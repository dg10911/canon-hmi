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3" r:id="rId5"/>
  </p:sldMasterIdLst>
  <p:notesMasterIdLst>
    <p:notesMasterId r:id="rId10"/>
  </p:notesMasterIdLst>
  <p:sldIdLst>
    <p:sldId id="585" r:id="rId6"/>
    <p:sldId id="270" r:id="rId7"/>
    <p:sldId id="2147470351" r:id="rId8"/>
    <p:sldId id="214747035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D1F157-A8AC-4D21-A7D4-F621A307C2F6}" v="71" dt="2024-12-09T06:29:12.630"/>
    <p1510:client id="{39F4FD1D-3191-7DDC-3FA1-764685F9ED16}" v="3" dt="2024-12-09T05:36:33.4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130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9880A-C67B-4C87-ADA4-380D21D27CF0}" type="datetimeFigureOut">
              <a:rPr lang="en-IN" smtClean="0"/>
              <a:t>30-08-2026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A730E3-CDA4-4F39-8561-EEDB9DD5D3D4}" type="slidenum">
              <a:rPr lang="en-IN" smtClean="0"/>
              <a:t>‹#›</a:t>
            </a:fld>
            <a:endParaRPr lang="en-IN"/>
          </a:p>
        </p:txBody>
      </p:sp>
    </p:spTree>
    <p:extLst>
      <p:ext uri="{BB962C8B-B14F-4D97-AF65-F5344CB8AC3E}">
        <p14:creationId xmlns:p14="http://schemas.microsoft.com/office/powerpoint/2010/main" val="2722222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24318-51E0-FB57-8C9B-126DAB7672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4EB0BD-3AB5-4083-ABE2-9D8202BE03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4C65172-1506-530D-2569-FA700D5E4924}"/>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FEDC5901-C77B-1AE1-CECD-28E00BFC8E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CE99D9-7B61-FB1F-273A-54ECDB52C79A}"/>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4253020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14D13-4D29-70EE-735A-CC0DABCFF1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4A4883-95B4-5200-9624-E8B5DBD589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2465E8-E84C-2F6F-F119-2016EEB4F01A}"/>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87123E74-0A43-805A-C717-B4591F3201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3749C0-B3E9-C41D-5DE1-3E539F0749A4}"/>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40910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22708-691E-BCFC-03FD-6874D224EC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A9EF68B-347D-73F0-17C3-810BAB8D31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64CA58-B643-D79E-86F6-B5B363F39FBE}"/>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EB1804B0-6FC0-16FF-A6AB-74CD77DC60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DAEAB8-02F2-03AA-5682-BCDCEBA27F78}"/>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3688323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EB5D8-4C69-A528-3AA5-83BEE15799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124124-21BF-743E-E798-48B7A41F4E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50E7B86-3797-CB16-961C-449FFA9F4E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D0765A-3634-27AF-D4BF-513FA720A5C3}"/>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6" name="Footer Placeholder 5">
            <a:extLst>
              <a:ext uri="{FF2B5EF4-FFF2-40B4-BE49-F238E27FC236}">
                <a16:creationId xmlns:a16="http://schemas.microsoft.com/office/drawing/2014/main" id="{EEC82FB4-84D7-A9C7-1AF2-26D1C47F91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ACF9C1-8698-ABD5-8B95-E0887BF17FD7}"/>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853915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6009B-DE29-D065-B8FB-204AE2D56B7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4ADBFB-A076-BE68-2585-54A18A45F3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03C30A-CDFB-8544-44DE-B7F47ED1CC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066800C-36A0-2831-9FE1-A790C80F93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F28854-166B-C71B-C7AD-4C22C13881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49FA4BB-060B-3796-1D7C-A65703166D8A}"/>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8" name="Footer Placeholder 7">
            <a:extLst>
              <a:ext uri="{FF2B5EF4-FFF2-40B4-BE49-F238E27FC236}">
                <a16:creationId xmlns:a16="http://schemas.microsoft.com/office/drawing/2014/main" id="{44A07853-6CDF-B5B1-0B41-87013D410E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0B64CAC-703F-55E6-BA3E-F014E2132F19}"/>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3594784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7BFA8-0039-64CD-F596-1BE369509E9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70C85E7-EEFC-B72B-9592-2D89102CBAF0}"/>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4" name="Footer Placeholder 3">
            <a:extLst>
              <a:ext uri="{FF2B5EF4-FFF2-40B4-BE49-F238E27FC236}">
                <a16:creationId xmlns:a16="http://schemas.microsoft.com/office/drawing/2014/main" id="{519105D1-0E2C-D83E-7822-6A704CE3AD0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AC5A89F-4669-385A-CFC0-A7ECA5F85886}"/>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4135733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8CCE5-1456-8361-4036-29409AFEFC31}"/>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3" name="Footer Placeholder 2">
            <a:extLst>
              <a:ext uri="{FF2B5EF4-FFF2-40B4-BE49-F238E27FC236}">
                <a16:creationId xmlns:a16="http://schemas.microsoft.com/office/drawing/2014/main" id="{7EBFC49C-3304-81E1-5CBB-A41B38D8D2C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9DD443-00C8-0820-B70D-9FD232C5A74E}"/>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670943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27AB7-9185-8917-DB61-DF3E35F1B7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D5B4F9E-72E1-D624-FDED-8C43DC4F27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A8AFE3-C49F-04B9-D704-15C46C8985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951555-EC94-5724-DC84-17995708DBE3}"/>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6" name="Footer Placeholder 5">
            <a:extLst>
              <a:ext uri="{FF2B5EF4-FFF2-40B4-BE49-F238E27FC236}">
                <a16:creationId xmlns:a16="http://schemas.microsoft.com/office/drawing/2014/main" id="{1949857F-5E81-3A67-B670-5A886620F4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1198C3-7407-DE7B-1F9F-FD5A9767F445}"/>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625353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24183-4369-4B30-12E4-EE0BB75D93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9EB57C0-9D7C-B024-6BC2-CB4778DC5A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AA0C07-3978-E08C-9889-A11C026402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D196F1-9F3C-9C0F-C2FB-02AB42A371CF}"/>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6" name="Footer Placeholder 5">
            <a:extLst>
              <a:ext uri="{FF2B5EF4-FFF2-40B4-BE49-F238E27FC236}">
                <a16:creationId xmlns:a16="http://schemas.microsoft.com/office/drawing/2014/main" id="{A8AD6C8B-8ABA-C3BC-E315-CADEC9872A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3E6734-021F-9EB2-6382-D8D6CAD7A7A3}"/>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427252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0F7E-C5A3-EEB7-7A6C-DBDB4CEF594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5D07AB-90FB-5B5E-91F3-C3D729BF0B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64C863-B3E8-D962-6C0C-042CC0B73500}"/>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6B8DFD23-AB58-6475-A1C8-87A92F7924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E4454F-C004-1FA2-DF1F-4ABA6D4BCCD2}"/>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4269003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EBB155-A35F-A3E2-5B92-792CE18F3C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FC7519-8238-2A68-80DD-F580359C77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94AE99-A61D-143C-D383-B9CEE1F4BFAA}"/>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F7D55597-BADD-4227-E515-B1129811D3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B9B7A0-53D5-2C3F-AE4F-A4930775AB99}"/>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2653941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lide_1">
    <p:spTree>
      <p:nvGrpSpPr>
        <p:cNvPr id="1" name=""/>
        <p:cNvGrpSpPr/>
        <p:nvPr/>
      </p:nvGrpSpPr>
      <p:grpSpPr>
        <a:xfrm>
          <a:off x="0" y="0"/>
          <a:ext cx="0" cy="0"/>
          <a:chOff x="0" y="0"/>
          <a:chExt cx="0" cy="0"/>
        </a:xfrm>
      </p:grpSpPr>
      <p:sp>
        <p:nvSpPr>
          <p:cNvPr id="19" name="Espace réservé pour une image  18"/>
          <p:cNvSpPr>
            <a:spLocks noGrp="1"/>
          </p:cNvSpPr>
          <p:nvPr>
            <p:ph type="pic" sz="quarter" idx="14"/>
          </p:nvPr>
        </p:nvSpPr>
        <p:spPr>
          <a:xfrm>
            <a:off x="0" y="0"/>
            <a:ext cx="12192000" cy="5774392"/>
          </a:xfrm>
          <a:prstGeom prst="rect">
            <a:avLst/>
          </a:prstGeom>
          <a:solidFill>
            <a:schemeClr val="bg1">
              <a:lumMod val="95000"/>
            </a:schemeClr>
          </a:solidFill>
        </p:spPr>
        <p:txBody>
          <a:bodyPr lIns="91437" tIns="45718" rIns="91437" bIns="45718"/>
          <a:lstStyle>
            <a:lvl1pPr>
              <a:buNone/>
              <a:defRPr sz="1867">
                <a:solidFill>
                  <a:schemeClr val="bg1">
                    <a:lumMod val="85000"/>
                  </a:schemeClr>
                </a:solidFill>
              </a:defRPr>
            </a:lvl1pPr>
          </a:lstStyle>
          <a:p>
            <a:r>
              <a:rPr lang="en-US"/>
              <a:t>Click icon to add picture</a:t>
            </a:r>
          </a:p>
        </p:txBody>
      </p:sp>
      <p:sp>
        <p:nvSpPr>
          <p:cNvPr id="8" name="Title 1"/>
          <p:cNvSpPr>
            <a:spLocks noGrp="1"/>
          </p:cNvSpPr>
          <p:nvPr>
            <p:ph type="ctrTitle" hasCustomPrompt="1"/>
          </p:nvPr>
        </p:nvSpPr>
        <p:spPr>
          <a:xfrm>
            <a:off x="336553" y="3478965"/>
            <a:ext cx="11565163" cy="738664"/>
          </a:xfrm>
          <a:prstGeom prst="rect">
            <a:avLst/>
          </a:prstGeom>
        </p:spPr>
        <p:txBody>
          <a:bodyPr lIns="0" tIns="0" rIns="0" bIns="0" anchor="ctr" anchorCtr="0">
            <a:noAutofit/>
          </a:bodyPr>
          <a:lstStyle>
            <a:lvl1pPr marL="0" indent="0" algn="l">
              <a:buFont typeface="Arial"/>
              <a:buNone/>
              <a:defRPr sz="4800">
                <a:solidFill>
                  <a:schemeClr val="bg1"/>
                </a:solidFill>
              </a:defRPr>
            </a:lvl1pPr>
          </a:lstStyle>
          <a:p>
            <a:r>
              <a:rPr lang="en-US"/>
              <a:t>Presentation Title</a:t>
            </a:r>
          </a:p>
        </p:txBody>
      </p:sp>
      <p:sp>
        <p:nvSpPr>
          <p:cNvPr id="9" name="Subtitle 2"/>
          <p:cNvSpPr>
            <a:spLocks noGrp="1"/>
          </p:cNvSpPr>
          <p:nvPr>
            <p:ph type="subTitle" idx="1" hasCustomPrompt="1"/>
          </p:nvPr>
        </p:nvSpPr>
        <p:spPr>
          <a:xfrm>
            <a:off x="336553" y="4272329"/>
            <a:ext cx="11565163" cy="287259"/>
          </a:xfrm>
          <a:prstGeom prst="rect">
            <a:avLst/>
          </a:prstGeom>
        </p:spPr>
        <p:txBody>
          <a:bodyPr lIns="0" tIns="0" rIns="0" bIns="0">
            <a:noAutofit/>
          </a:bodyPr>
          <a:lstStyle>
            <a:lvl1pPr marL="0" indent="0" algn="l">
              <a:buNone/>
              <a:defRPr sz="1867" baseline="0">
                <a:solidFill>
                  <a:schemeClr val="bg1"/>
                </a:solidFill>
              </a:defRPr>
            </a:lvl1pPr>
            <a:lvl2pPr marL="609563" indent="0" algn="ctr">
              <a:buNone/>
              <a:defRPr>
                <a:solidFill>
                  <a:schemeClr val="tx1">
                    <a:tint val="75000"/>
                  </a:schemeClr>
                </a:solidFill>
              </a:defRPr>
            </a:lvl2pPr>
            <a:lvl3pPr marL="1219126" indent="0" algn="ctr">
              <a:buNone/>
              <a:defRPr>
                <a:solidFill>
                  <a:schemeClr val="tx1">
                    <a:tint val="75000"/>
                  </a:schemeClr>
                </a:solidFill>
              </a:defRPr>
            </a:lvl3pPr>
            <a:lvl4pPr marL="1828690" indent="0" algn="ctr">
              <a:buNone/>
              <a:defRPr>
                <a:solidFill>
                  <a:schemeClr val="tx1">
                    <a:tint val="75000"/>
                  </a:schemeClr>
                </a:solidFill>
              </a:defRPr>
            </a:lvl4pPr>
            <a:lvl5pPr marL="2438254" indent="0" algn="ctr">
              <a:buNone/>
              <a:defRPr>
                <a:solidFill>
                  <a:schemeClr val="tx1">
                    <a:tint val="75000"/>
                  </a:schemeClr>
                </a:solidFill>
              </a:defRPr>
            </a:lvl5pPr>
            <a:lvl6pPr marL="3047816" indent="0" algn="ctr">
              <a:buNone/>
              <a:defRPr>
                <a:solidFill>
                  <a:schemeClr val="tx1">
                    <a:tint val="75000"/>
                  </a:schemeClr>
                </a:solidFill>
              </a:defRPr>
            </a:lvl6pPr>
            <a:lvl7pPr marL="3657379" indent="0" algn="ctr">
              <a:buNone/>
              <a:defRPr>
                <a:solidFill>
                  <a:schemeClr val="tx1">
                    <a:tint val="75000"/>
                  </a:schemeClr>
                </a:solidFill>
              </a:defRPr>
            </a:lvl7pPr>
            <a:lvl8pPr marL="4266943" indent="0" algn="ctr">
              <a:buNone/>
              <a:defRPr>
                <a:solidFill>
                  <a:schemeClr val="tx1">
                    <a:tint val="75000"/>
                  </a:schemeClr>
                </a:solidFill>
              </a:defRPr>
            </a:lvl8pPr>
            <a:lvl9pPr marL="4876506" indent="0" algn="ctr">
              <a:buNone/>
              <a:defRPr>
                <a:solidFill>
                  <a:schemeClr val="tx1">
                    <a:tint val="75000"/>
                  </a:schemeClr>
                </a:solidFill>
              </a:defRPr>
            </a:lvl9pPr>
          </a:lstStyle>
          <a:p>
            <a:r>
              <a:rPr lang="en-US"/>
              <a:t>Click to Edit Optional Subtitle</a:t>
            </a:r>
          </a:p>
        </p:txBody>
      </p:sp>
      <p:pic>
        <p:nvPicPr>
          <p:cNvPr id="10" name="Picture 9" descr="schneider_LIO_Life-Green_RGB.png"/>
          <p:cNvPicPr>
            <a:picLocks noChangeAspect="1"/>
          </p:cNvPicPr>
          <p:nvPr/>
        </p:nvPicPr>
        <p:blipFill>
          <a:blip r:embed="rId2" cstate="print"/>
          <a:stretch>
            <a:fillRect/>
          </a:stretch>
        </p:blipFill>
        <p:spPr>
          <a:xfrm>
            <a:off x="9422712" y="5993330"/>
            <a:ext cx="2722397" cy="750604"/>
          </a:xfrm>
          <a:prstGeom prst="rect">
            <a:avLst/>
          </a:prstGeom>
        </p:spPr>
      </p:pic>
      <p:sp>
        <p:nvSpPr>
          <p:cNvPr id="14" name="Footer Placeholder 4"/>
          <p:cNvSpPr>
            <a:spLocks noGrp="1"/>
          </p:cNvSpPr>
          <p:nvPr>
            <p:ph type="ftr" sz="quarter" idx="3"/>
          </p:nvPr>
        </p:nvSpPr>
        <p:spPr>
          <a:xfrm>
            <a:off x="336554" y="6476207"/>
            <a:ext cx="2007375" cy="123111"/>
          </a:xfrm>
          <a:prstGeom prst="rect">
            <a:avLst/>
          </a:prstGeom>
        </p:spPr>
        <p:txBody>
          <a:bodyPr vert="horz" wrap="square" lIns="0" tIns="0" rIns="0" bIns="0" rtlCol="0" anchor="ctr">
            <a:spAutoFit/>
          </a:bodyPr>
          <a:lstStyle>
            <a:lvl1pPr algn="l">
              <a:defRPr sz="800">
                <a:solidFill>
                  <a:srgbClr val="4F5156"/>
                </a:solidFill>
                <a:latin typeface="Arial"/>
                <a:cs typeface="Arial"/>
              </a:defRPr>
            </a:lvl1pPr>
          </a:lstStyle>
          <a:p>
            <a:endParaRPr lang="en-US"/>
          </a:p>
        </p:txBody>
      </p:sp>
      <p:sp>
        <p:nvSpPr>
          <p:cNvPr id="21" name="Espace réservé du texte 20"/>
          <p:cNvSpPr>
            <a:spLocks noGrp="1"/>
          </p:cNvSpPr>
          <p:nvPr>
            <p:ph type="body" sz="quarter" idx="15" hasCustomPrompt="1"/>
          </p:nvPr>
        </p:nvSpPr>
        <p:spPr>
          <a:xfrm>
            <a:off x="0" y="4764839"/>
            <a:ext cx="12192000" cy="1015853"/>
          </a:xfrm>
          <a:prstGeom prst="rect">
            <a:avLst/>
          </a:prstGeom>
          <a:solidFill>
            <a:schemeClr val="tx2">
              <a:alpha val="80000"/>
            </a:schemeClr>
          </a:solidFill>
        </p:spPr>
        <p:txBody>
          <a:bodyPr lIns="91437" tIns="45718" rIns="91437" bIns="45718"/>
          <a:lstStyle>
            <a:lvl1pPr marL="237726" indent="-3149">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err="1"/>
              <a:t>Presented</a:t>
            </a:r>
            <a:r>
              <a:rPr lang="fr-FR"/>
              <a:t> by: </a:t>
            </a:r>
          </a:p>
          <a:p>
            <a:pPr lvl="0"/>
            <a:r>
              <a:rPr lang="fr-FR"/>
              <a:t>Date: </a:t>
            </a:r>
          </a:p>
          <a:p>
            <a:pPr lvl="0"/>
            <a:endParaRPr lang="fr-FR"/>
          </a:p>
          <a:p>
            <a:pPr lvl="0"/>
            <a:endParaRPr lang="fr-FR"/>
          </a:p>
          <a:p>
            <a:pPr lvl="0"/>
            <a:endParaRPr lang="fr-FR"/>
          </a:p>
          <a:p>
            <a:pPr lvl="0"/>
            <a:endParaRPr lang="fr-FR"/>
          </a:p>
          <a:p>
            <a:pPr lvl="0"/>
            <a:endParaRPr lang="fr-FR"/>
          </a:p>
        </p:txBody>
      </p:sp>
      <p:sp>
        <p:nvSpPr>
          <p:cNvPr id="13" name="Rectangle 12"/>
          <p:cNvSpPr/>
          <p:nvPr/>
        </p:nvSpPr>
        <p:spPr>
          <a:xfrm>
            <a:off x="0" y="5682003"/>
            <a:ext cx="12192000" cy="26928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121916" tIns="60957" rIns="121916" bIns="60957" rtlCol="0" anchor="ctr"/>
          <a:lstStyle/>
          <a:p>
            <a:pPr algn="ctr"/>
            <a:endParaRPr lang="en-US" sz="2400"/>
          </a:p>
        </p:txBody>
      </p:sp>
    </p:spTree>
    <p:extLst>
      <p:ext uri="{BB962C8B-B14F-4D97-AF65-F5344CB8AC3E}">
        <p14:creationId xmlns:p14="http://schemas.microsoft.com/office/powerpoint/2010/main" val="3698116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tandard Layout">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2330521" y="6476207"/>
            <a:ext cx="700920" cy="123111"/>
          </a:xfrm>
          <a:prstGeom prst="rect">
            <a:avLst/>
          </a:prstGeom>
        </p:spPr>
        <p:txBody>
          <a:bodyPr vert="horz" lIns="0" tIns="0" rIns="0" bIns="0" rtlCol="0" anchor="ctr">
            <a:spAutoFit/>
          </a:bodyPr>
          <a:lstStyle>
            <a:lvl1pPr algn="l">
              <a:defRPr sz="800">
                <a:solidFill>
                  <a:schemeClr val="bg2"/>
                </a:solidFill>
                <a:latin typeface="Arial"/>
                <a:cs typeface="Arial"/>
              </a:defRPr>
            </a:lvl1pPr>
          </a:lstStyle>
          <a:p>
            <a:r>
              <a:rPr lang="en-US"/>
              <a:t>Page </a:t>
            </a:r>
            <a:fld id="{5A9C12DC-491F-9444-86A2-13AC5C62A2FC}" type="slidenum">
              <a:rPr lang="en-US" smtClean="0"/>
              <a:pPr/>
              <a:t>‹#›</a:t>
            </a:fld>
            <a:endParaRPr lang="en-US"/>
          </a:p>
        </p:txBody>
      </p:sp>
      <p:sp>
        <p:nvSpPr>
          <p:cNvPr id="5" name="Footer Placeholder 4"/>
          <p:cNvSpPr>
            <a:spLocks noGrp="1"/>
          </p:cNvSpPr>
          <p:nvPr>
            <p:ph type="ftr" sz="quarter" idx="3"/>
          </p:nvPr>
        </p:nvSpPr>
        <p:spPr>
          <a:xfrm>
            <a:off x="336551" y="6476207"/>
            <a:ext cx="2013023" cy="123111"/>
          </a:xfrm>
          <a:prstGeom prst="rect">
            <a:avLst/>
          </a:prstGeom>
        </p:spPr>
        <p:txBody>
          <a:bodyPr vert="horz" wrap="square" lIns="0" tIns="0" rIns="0" bIns="0" rtlCol="0" anchor="ctr">
            <a:spAutoFit/>
          </a:bodyPr>
          <a:lstStyle>
            <a:lvl1pPr algn="l">
              <a:defRPr sz="800">
                <a:solidFill>
                  <a:schemeClr val="accent1"/>
                </a:solidFill>
                <a:latin typeface="Arial"/>
                <a:cs typeface="Arial"/>
              </a:defRPr>
            </a:lvl1pPr>
          </a:lstStyle>
          <a:p>
            <a:r>
              <a:rPr lang="en-US"/>
              <a:t>Confidential Property of Schneider Electric |</a:t>
            </a:r>
          </a:p>
        </p:txBody>
      </p:sp>
      <p:sp>
        <p:nvSpPr>
          <p:cNvPr id="8" name="Content Placeholder 2"/>
          <p:cNvSpPr>
            <a:spLocks noGrp="1"/>
          </p:cNvSpPr>
          <p:nvPr>
            <p:ph sz="quarter" idx="31"/>
          </p:nvPr>
        </p:nvSpPr>
        <p:spPr>
          <a:xfrm>
            <a:off x="344073" y="1604434"/>
            <a:ext cx="11572760" cy="4235452"/>
          </a:xfr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32"/>
          </p:nvPr>
        </p:nvSpPr>
        <p:spPr>
          <a:xfrm>
            <a:off x="336551" y="306916"/>
            <a:ext cx="11529483" cy="492443"/>
          </a:xfrm>
        </p:spPr>
        <p:txBody>
          <a:bodyPr/>
          <a:lstStyle>
            <a:lvl1pPr>
              <a:buFontTx/>
              <a:buNone/>
              <a:defRPr sz="3200">
                <a:solidFill>
                  <a:schemeClr val="tx2"/>
                </a:solidFill>
              </a:defRPr>
            </a:lvl1pPr>
            <a:lvl2pPr>
              <a:buFontTx/>
              <a:buNone/>
              <a:defRPr/>
            </a:lvl2pPr>
            <a:lvl3pPr>
              <a:buFontTx/>
              <a:buNone/>
              <a:defRPr/>
            </a:lvl3pPr>
            <a:lvl4pPr>
              <a:buFontTx/>
              <a:buNone/>
              <a:defRPr/>
            </a:lvl4pPr>
            <a:lvl5pPr>
              <a:buFontTx/>
              <a:buNone/>
              <a:defRPr/>
            </a:lvl5pPr>
          </a:lstStyle>
          <a:p>
            <a:pPr lvl="0"/>
            <a:r>
              <a:rPr lang="en-US"/>
              <a:t>Click to edit Master text styles</a:t>
            </a:r>
          </a:p>
        </p:txBody>
      </p:sp>
      <p:sp>
        <p:nvSpPr>
          <p:cNvPr id="14" name="Text Placeholder 13"/>
          <p:cNvSpPr>
            <a:spLocks noGrp="1"/>
          </p:cNvSpPr>
          <p:nvPr>
            <p:ph type="body" sz="quarter" idx="33"/>
          </p:nvPr>
        </p:nvSpPr>
        <p:spPr>
          <a:xfrm>
            <a:off x="336551" y="911155"/>
            <a:ext cx="11529483" cy="338555"/>
          </a:xfrm>
        </p:spPr>
        <p:txBody>
          <a:bodyPr/>
          <a:lstStyle>
            <a:lvl1pPr marL="478337" indent="-457173">
              <a:buFontTx/>
              <a:buNone/>
              <a:defRPr sz="2133" baseline="0">
                <a:solidFill>
                  <a:schemeClr val="accent1"/>
                </a:solidFill>
              </a:defRPr>
            </a:lvl1pPr>
            <a:lvl2pPr marL="543950" indent="-304782">
              <a:buFontTx/>
              <a:buNone/>
              <a:defRPr/>
            </a:lvl2pPr>
            <a:lvl3pPr marL="783119" indent="-304782">
              <a:buFontTx/>
              <a:buNone/>
              <a:defRPr/>
            </a:lvl3pPr>
            <a:lvl4pPr marL="1024405" indent="-304782">
              <a:buFontTx/>
              <a:buNone/>
              <a:defRPr/>
            </a:lvl4pPr>
            <a:lvl5pPr marL="1252991" indent="-304782">
              <a:buFontTx/>
              <a:buNone/>
              <a:defRPr/>
            </a:lvl5pPr>
          </a:lstStyle>
          <a:p>
            <a:pPr lvl="0"/>
            <a:r>
              <a:rPr lang="en-US"/>
              <a:t>Click to edit Master text styles</a:t>
            </a:r>
          </a:p>
        </p:txBody>
      </p:sp>
    </p:spTree>
    <p:extLst>
      <p:ext uri="{BB962C8B-B14F-4D97-AF65-F5344CB8AC3E}">
        <p14:creationId xmlns:p14="http://schemas.microsoft.com/office/powerpoint/2010/main" val="1186168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losing Slide Master">
    <p:bg>
      <p:bgPr>
        <a:solidFill>
          <a:schemeClr val="tx2"/>
        </a:solidFill>
        <a:effectLst/>
      </p:bgPr>
    </p:bg>
    <p:spTree>
      <p:nvGrpSpPr>
        <p:cNvPr id="1" name=""/>
        <p:cNvGrpSpPr/>
        <p:nvPr/>
      </p:nvGrpSpPr>
      <p:grpSpPr>
        <a:xfrm>
          <a:off x="0" y="0"/>
          <a:ext cx="0" cy="0"/>
          <a:chOff x="0" y="0"/>
          <a:chExt cx="0" cy="0"/>
        </a:xfrm>
      </p:grpSpPr>
      <p:pic>
        <p:nvPicPr>
          <p:cNvPr id="4" name="Picture 3" descr="schneider_LIO_White_RGB.png"/>
          <p:cNvPicPr>
            <a:picLocks noChangeAspect="1"/>
          </p:cNvPicPr>
          <p:nvPr/>
        </p:nvPicPr>
        <p:blipFill>
          <a:blip r:embed="rId2" cstate="print"/>
          <a:stretch>
            <a:fillRect/>
          </a:stretch>
        </p:blipFill>
        <p:spPr>
          <a:xfrm>
            <a:off x="3692165" y="2611549"/>
            <a:ext cx="4745843" cy="1308496"/>
          </a:xfrm>
          <a:prstGeom prst="rect">
            <a:avLst/>
          </a:prstGeom>
        </p:spPr>
      </p:pic>
    </p:spTree>
    <p:extLst>
      <p:ext uri="{BB962C8B-B14F-4D97-AF65-F5344CB8AC3E}">
        <p14:creationId xmlns:p14="http://schemas.microsoft.com/office/powerpoint/2010/main" val="26031679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_1">
    <p:spTree>
      <p:nvGrpSpPr>
        <p:cNvPr id="1" name=""/>
        <p:cNvGrpSpPr/>
        <p:nvPr/>
      </p:nvGrpSpPr>
      <p:grpSpPr>
        <a:xfrm>
          <a:off x="0" y="0"/>
          <a:ext cx="0" cy="0"/>
          <a:chOff x="0" y="0"/>
          <a:chExt cx="0" cy="0"/>
        </a:xfrm>
      </p:grpSpPr>
      <p:sp>
        <p:nvSpPr>
          <p:cNvPr id="19" name="Espace réservé pour une image  18"/>
          <p:cNvSpPr>
            <a:spLocks noGrp="1"/>
          </p:cNvSpPr>
          <p:nvPr>
            <p:ph type="pic" sz="quarter" idx="14"/>
          </p:nvPr>
        </p:nvSpPr>
        <p:spPr>
          <a:xfrm>
            <a:off x="0" y="0"/>
            <a:ext cx="12192000" cy="5774392"/>
          </a:xfrm>
          <a:prstGeom prst="rect">
            <a:avLst/>
          </a:prstGeom>
          <a:solidFill>
            <a:schemeClr val="bg1">
              <a:lumMod val="95000"/>
            </a:schemeClr>
          </a:solidFill>
        </p:spPr>
        <p:txBody>
          <a:bodyPr lIns="91437" tIns="45718" rIns="91437" bIns="45718"/>
          <a:lstStyle>
            <a:lvl1pPr>
              <a:buNone/>
              <a:defRPr sz="1867">
                <a:solidFill>
                  <a:schemeClr val="bg1">
                    <a:lumMod val="85000"/>
                  </a:schemeClr>
                </a:solidFill>
              </a:defRPr>
            </a:lvl1pPr>
          </a:lstStyle>
          <a:p>
            <a:r>
              <a:rPr lang="en-US"/>
              <a:t>Click icon to add picture</a:t>
            </a:r>
          </a:p>
        </p:txBody>
      </p:sp>
      <p:sp>
        <p:nvSpPr>
          <p:cNvPr id="8" name="Title 1"/>
          <p:cNvSpPr>
            <a:spLocks noGrp="1"/>
          </p:cNvSpPr>
          <p:nvPr>
            <p:ph type="ctrTitle" hasCustomPrompt="1"/>
          </p:nvPr>
        </p:nvSpPr>
        <p:spPr>
          <a:xfrm>
            <a:off x="336553" y="3478965"/>
            <a:ext cx="11565163" cy="738664"/>
          </a:xfrm>
          <a:prstGeom prst="rect">
            <a:avLst/>
          </a:prstGeom>
        </p:spPr>
        <p:txBody>
          <a:bodyPr lIns="0" tIns="0" rIns="0" bIns="0" anchor="ctr" anchorCtr="0">
            <a:noAutofit/>
          </a:bodyPr>
          <a:lstStyle>
            <a:lvl1pPr marL="0" indent="0" algn="l">
              <a:buFont typeface="Arial"/>
              <a:buNone/>
              <a:defRPr sz="4800">
                <a:solidFill>
                  <a:schemeClr val="bg1"/>
                </a:solidFill>
              </a:defRPr>
            </a:lvl1pPr>
          </a:lstStyle>
          <a:p>
            <a:r>
              <a:rPr lang="en-US"/>
              <a:t>Presentation Title</a:t>
            </a:r>
          </a:p>
        </p:txBody>
      </p:sp>
      <p:sp>
        <p:nvSpPr>
          <p:cNvPr id="9" name="Subtitle 2"/>
          <p:cNvSpPr>
            <a:spLocks noGrp="1"/>
          </p:cNvSpPr>
          <p:nvPr>
            <p:ph type="subTitle" idx="1" hasCustomPrompt="1"/>
          </p:nvPr>
        </p:nvSpPr>
        <p:spPr>
          <a:xfrm>
            <a:off x="336553" y="4272329"/>
            <a:ext cx="11565163" cy="287259"/>
          </a:xfrm>
          <a:prstGeom prst="rect">
            <a:avLst/>
          </a:prstGeom>
        </p:spPr>
        <p:txBody>
          <a:bodyPr lIns="0" tIns="0" rIns="0" bIns="0">
            <a:noAutofit/>
          </a:bodyPr>
          <a:lstStyle>
            <a:lvl1pPr marL="0" indent="0" algn="l">
              <a:buNone/>
              <a:defRPr sz="1867" baseline="0">
                <a:solidFill>
                  <a:schemeClr val="bg1"/>
                </a:solidFill>
              </a:defRPr>
            </a:lvl1pPr>
            <a:lvl2pPr marL="609563" indent="0" algn="ctr">
              <a:buNone/>
              <a:defRPr>
                <a:solidFill>
                  <a:schemeClr val="tx1">
                    <a:tint val="75000"/>
                  </a:schemeClr>
                </a:solidFill>
              </a:defRPr>
            </a:lvl2pPr>
            <a:lvl3pPr marL="1219126" indent="0" algn="ctr">
              <a:buNone/>
              <a:defRPr>
                <a:solidFill>
                  <a:schemeClr val="tx1">
                    <a:tint val="75000"/>
                  </a:schemeClr>
                </a:solidFill>
              </a:defRPr>
            </a:lvl3pPr>
            <a:lvl4pPr marL="1828690" indent="0" algn="ctr">
              <a:buNone/>
              <a:defRPr>
                <a:solidFill>
                  <a:schemeClr val="tx1">
                    <a:tint val="75000"/>
                  </a:schemeClr>
                </a:solidFill>
              </a:defRPr>
            </a:lvl4pPr>
            <a:lvl5pPr marL="2438254" indent="0" algn="ctr">
              <a:buNone/>
              <a:defRPr>
                <a:solidFill>
                  <a:schemeClr val="tx1">
                    <a:tint val="75000"/>
                  </a:schemeClr>
                </a:solidFill>
              </a:defRPr>
            </a:lvl5pPr>
            <a:lvl6pPr marL="3047816" indent="0" algn="ctr">
              <a:buNone/>
              <a:defRPr>
                <a:solidFill>
                  <a:schemeClr val="tx1">
                    <a:tint val="75000"/>
                  </a:schemeClr>
                </a:solidFill>
              </a:defRPr>
            </a:lvl6pPr>
            <a:lvl7pPr marL="3657379" indent="0" algn="ctr">
              <a:buNone/>
              <a:defRPr>
                <a:solidFill>
                  <a:schemeClr val="tx1">
                    <a:tint val="75000"/>
                  </a:schemeClr>
                </a:solidFill>
              </a:defRPr>
            </a:lvl7pPr>
            <a:lvl8pPr marL="4266943" indent="0" algn="ctr">
              <a:buNone/>
              <a:defRPr>
                <a:solidFill>
                  <a:schemeClr val="tx1">
                    <a:tint val="75000"/>
                  </a:schemeClr>
                </a:solidFill>
              </a:defRPr>
            </a:lvl8pPr>
            <a:lvl9pPr marL="4876506" indent="0" algn="ctr">
              <a:buNone/>
              <a:defRPr>
                <a:solidFill>
                  <a:schemeClr val="tx1">
                    <a:tint val="75000"/>
                  </a:schemeClr>
                </a:solidFill>
              </a:defRPr>
            </a:lvl9pPr>
          </a:lstStyle>
          <a:p>
            <a:r>
              <a:rPr lang="en-US"/>
              <a:t>Click to Edit Optional Subtitle</a:t>
            </a:r>
          </a:p>
        </p:txBody>
      </p:sp>
      <p:pic>
        <p:nvPicPr>
          <p:cNvPr id="10" name="Picture 9" descr="schneider_LIO_Life-Green_RGB.png"/>
          <p:cNvPicPr>
            <a:picLocks noChangeAspect="1"/>
          </p:cNvPicPr>
          <p:nvPr/>
        </p:nvPicPr>
        <p:blipFill>
          <a:blip r:embed="rId2" cstate="print"/>
          <a:stretch>
            <a:fillRect/>
          </a:stretch>
        </p:blipFill>
        <p:spPr>
          <a:xfrm>
            <a:off x="9422712" y="5993330"/>
            <a:ext cx="2722397" cy="750604"/>
          </a:xfrm>
          <a:prstGeom prst="rect">
            <a:avLst/>
          </a:prstGeom>
        </p:spPr>
      </p:pic>
      <p:sp>
        <p:nvSpPr>
          <p:cNvPr id="14" name="Footer Placeholder 4"/>
          <p:cNvSpPr>
            <a:spLocks noGrp="1"/>
          </p:cNvSpPr>
          <p:nvPr>
            <p:ph type="ftr" sz="quarter" idx="3"/>
          </p:nvPr>
        </p:nvSpPr>
        <p:spPr>
          <a:xfrm>
            <a:off x="336554" y="6476207"/>
            <a:ext cx="2007375" cy="123111"/>
          </a:xfrm>
          <a:prstGeom prst="rect">
            <a:avLst/>
          </a:prstGeom>
        </p:spPr>
        <p:txBody>
          <a:bodyPr vert="horz" wrap="square" lIns="0" tIns="0" rIns="0" bIns="0" rtlCol="0" anchor="ctr">
            <a:spAutoFit/>
          </a:bodyPr>
          <a:lstStyle>
            <a:lvl1pPr algn="l">
              <a:defRPr sz="800">
                <a:solidFill>
                  <a:srgbClr val="4F5156"/>
                </a:solidFill>
                <a:latin typeface="Arial"/>
                <a:cs typeface="Arial"/>
              </a:defRPr>
            </a:lvl1pPr>
          </a:lstStyle>
          <a:p>
            <a:endParaRPr lang="en-US"/>
          </a:p>
        </p:txBody>
      </p:sp>
      <p:sp>
        <p:nvSpPr>
          <p:cNvPr id="21" name="Espace réservé du texte 20"/>
          <p:cNvSpPr>
            <a:spLocks noGrp="1"/>
          </p:cNvSpPr>
          <p:nvPr>
            <p:ph type="body" sz="quarter" idx="15" hasCustomPrompt="1"/>
          </p:nvPr>
        </p:nvSpPr>
        <p:spPr>
          <a:xfrm>
            <a:off x="0" y="4764839"/>
            <a:ext cx="12192000" cy="1015853"/>
          </a:xfrm>
          <a:prstGeom prst="rect">
            <a:avLst/>
          </a:prstGeom>
          <a:solidFill>
            <a:schemeClr val="tx2">
              <a:alpha val="80000"/>
            </a:schemeClr>
          </a:solidFill>
        </p:spPr>
        <p:txBody>
          <a:bodyPr lIns="91437" tIns="45718" rIns="91437" bIns="45718"/>
          <a:lstStyle>
            <a:lvl1pPr marL="237726" indent="-3149">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err="1"/>
              <a:t>Presented</a:t>
            </a:r>
            <a:r>
              <a:rPr lang="fr-FR"/>
              <a:t> by: </a:t>
            </a:r>
          </a:p>
          <a:p>
            <a:pPr lvl="0"/>
            <a:r>
              <a:rPr lang="fr-FR"/>
              <a:t>Date: </a:t>
            </a:r>
          </a:p>
          <a:p>
            <a:pPr lvl="0"/>
            <a:endParaRPr lang="fr-FR"/>
          </a:p>
          <a:p>
            <a:pPr lvl="0"/>
            <a:endParaRPr lang="fr-FR"/>
          </a:p>
          <a:p>
            <a:pPr lvl="0"/>
            <a:endParaRPr lang="fr-FR"/>
          </a:p>
          <a:p>
            <a:pPr lvl="0"/>
            <a:endParaRPr lang="fr-FR"/>
          </a:p>
          <a:p>
            <a:pPr lvl="0"/>
            <a:endParaRPr lang="fr-FR"/>
          </a:p>
        </p:txBody>
      </p:sp>
      <p:sp>
        <p:nvSpPr>
          <p:cNvPr id="13" name="Rectangle 12"/>
          <p:cNvSpPr/>
          <p:nvPr/>
        </p:nvSpPr>
        <p:spPr>
          <a:xfrm>
            <a:off x="0" y="5682003"/>
            <a:ext cx="12192000" cy="26928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121916" tIns="60957" rIns="121916" bIns="60957" rtlCol="0" anchor="ctr"/>
          <a:lstStyle/>
          <a:p>
            <a:pPr algn="ctr"/>
            <a:endParaRPr lang="en-US" sz="2400"/>
          </a:p>
        </p:txBody>
      </p:sp>
    </p:spTree>
    <p:extLst>
      <p:ext uri="{BB962C8B-B14F-4D97-AF65-F5344CB8AC3E}">
        <p14:creationId xmlns:p14="http://schemas.microsoft.com/office/powerpoint/2010/main" val="27613039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5" name="Rectangle 14"/>
          <p:cNvSpPr/>
          <p:nvPr/>
        </p:nvSpPr>
        <p:spPr>
          <a:xfrm rot="5400000">
            <a:off x="-414349" y="356115"/>
            <a:ext cx="6857997" cy="614576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6" name="Content Placeholder 12"/>
          <p:cNvSpPr>
            <a:spLocks noGrp="1"/>
          </p:cNvSpPr>
          <p:nvPr>
            <p:ph sz="quarter" idx="11" hasCustomPrompt="1"/>
          </p:nvPr>
        </p:nvSpPr>
        <p:spPr>
          <a:xfrm>
            <a:off x="-42532" y="-3"/>
            <a:ext cx="6508655" cy="6858003"/>
          </a:xfrm>
          <a:prstGeom prst="rect">
            <a:avLst/>
          </a:prstGeom>
          <a:solidFill>
            <a:schemeClr val="tx2">
              <a:alpha val="80000"/>
            </a:schemeClr>
          </a:solidFill>
        </p:spPr>
        <p:txBody>
          <a:bodyPr vert="horz" lIns="252000" tIns="252000" rIns="252000" bIns="252000"/>
          <a:lstStyle>
            <a:lvl1pPr marL="0" indent="0">
              <a:buNone/>
              <a:defRPr sz="3200" baseline="0">
                <a:solidFill>
                  <a:schemeClr val="bg1"/>
                </a:solidFill>
              </a:defRPr>
            </a:lvl1pPr>
            <a:lvl2pPr marL="590536" indent="-353475">
              <a:buFont typeface="Arial"/>
              <a:buChar char="•"/>
              <a:defRPr sz="2667">
                <a:solidFill>
                  <a:schemeClr val="bg1"/>
                </a:solidFill>
              </a:defRPr>
            </a:lvl2pPr>
            <a:lvl3pPr marL="944010" indent="-304792">
              <a:buFont typeface="Lucida Grande"/>
              <a:buChar char="–"/>
              <a:defRPr sz="2400">
                <a:solidFill>
                  <a:schemeClr val="bg1"/>
                </a:solidFill>
              </a:defRPr>
            </a:lvl3pPr>
            <a:lvl4pPr marL="1301718" indent="-304792">
              <a:buFont typeface="Lucida Grande"/>
              <a:buChar char="–"/>
              <a:defRPr sz="2133">
                <a:solidFill>
                  <a:schemeClr val="bg1"/>
                </a:solidFill>
              </a:defRPr>
            </a:lvl4pPr>
            <a:lvl5pPr marL="1678475" indent="-309026" defTabSz="419090">
              <a:buFont typeface="Lucida Grande"/>
              <a:buChar char="–"/>
              <a:defRPr sz="2133">
                <a:solidFill>
                  <a:schemeClr val="bg1"/>
                </a:solidFill>
              </a:defRPr>
            </a:lvl5pPr>
          </a:lstStyle>
          <a:p>
            <a:pPr lvl="0"/>
            <a:r>
              <a:rPr lang="en-US"/>
              <a:t>Agenda (edit text)</a:t>
            </a:r>
          </a:p>
        </p:txBody>
      </p:sp>
      <p:sp>
        <p:nvSpPr>
          <p:cNvPr id="6" name="Slide Number Placeholder 5"/>
          <p:cNvSpPr>
            <a:spLocks noGrp="1"/>
          </p:cNvSpPr>
          <p:nvPr>
            <p:ph type="sldNum" sz="quarter" idx="4"/>
          </p:nvPr>
        </p:nvSpPr>
        <p:spPr>
          <a:xfrm>
            <a:off x="2330521" y="6476207"/>
            <a:ext cx="700920" cy="123111"/>
          </a:xfrm>
          <a:prstGeom prst="rect">
            <a:avLst/>
          </a:prstGeom>
        </p:spPr>
        <p:txBody>
          <a:bodyPr vert="horz" lIns="0" tIns="0" rIns="0" bIns="0" rtlCol="0" anchor="ctr">
            <a:spAutoFit/>
          </a:bodyPr>
          <a:lstStyle>
            <a:lvl1pPr algn="l">
              <a:defRPr sz="800">
                <a:solidFill>
                  <a:srgbClr val="FFFFFF"/>
                </a:solidFill>
                <a:latin typeface="Arial"/>
                <a:cs typeface="Arial"/>
              </a:defRPr>
            </a:lvl1pPr>
          </a:lstStyle>
          <a:p>
            <a:fld id="{71758379-88C6-4331-B308-68DE9E253776}" type="slidenum">
              <a:rPr lang="en-US" smtClean="0"/>
              <a:t>‹#›</a:t>
            </a:fld>
            <a:endParaRPr lang="en-US"/>
          </a:p>
        </p:txBody>
      </p:sp>
      <p:sp>
        <p:nvSpPr>
          <p:cNvPr id="8" name="Footer Placeholder 4"/>
          <p:cNvSpPr>
            <a:spLocks noGrp="1"/>
          </p:cNvSpPr>
          <p:nvPr>
            <p:ph type="ftr" sz="quarter" idx="3"/>
          </p:nvPr>
        </p:nvSpPr>
        <p:spPr>
          <a:xfrm>
            <a:off x="336551" y="6476206"/>
            <a:ext cx="2013023" cy="123111"/>
          </a:xfrm>
          <a:prstGeom prst="rect">
            <a:avLst/>
          </a:prstGeom>
        </p:spPr>
        <p:txBody>
          <a:bodyPr vert="horz" wrap="square" lIns="0" tIns="0" rIns="0" bIns="0" rtlCol="0" anchor="ctr">
            <a:spAutoFit/>
          </a:bodyPr>
          <a:lstStyle>
            <a:lvl1pPr algn="l">
              <a:defRPr sz="800">
                <a:solidFill>
                  <a:srgbClr val="FFFFFF"/>
                </a:solidFill>
                <a:latin typeface="Arial"/>
                <a:cs typeface="Arial"/>
              </a:defRPr>
            </a:lvl1pPr>
          </a:lstStyle>
          <a:p>
            <a:endParaRPr lang="en-US"/>
          </a:p>
        </p:txBody>
      </p:sp>
      <p:pic>
        <p:nvPicPr>
          <p:cNvPr id="9" name="Picture 8" descr="schneider_LIO_Life-Green_RGB.png"/>
          <p:cNvPicPr>
            <a:picLocks noChangeAspect="1"/>
          </p:cNvPicPr>
          <p:nvPr/>
        </p:nvPicPr>
        <p:blipFill>
          <a:blip r:embed="rId2" cstate="print"/>
          <a:stretch>
            <a:fillRect/>
          </a:stretch>
        </p:blipFill>
        <p:spPr>
          <a:xfrm>
            <a:off x="9422712" y="5993329"/>
            <a:ext cx="2722397" cy="750604"/>
          </a:xfrm>
          <a:prstGeom prst="rect">
            <a:avLst/>
          </a:prstGeom>
        </p:spPr>
      </p:pic>
      <p:sp>
        <p:nvSpPr>
          <p:cNvPr id="10" name="Rechteck 7"/>
          <p:cNvSpPr/>
          <p:nvPr/>
        </p:nvSpPr>
        <p:spPr>
          <a:xfrm>
            <a:off x="6709412" y="365711"/>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chemeClr val="accent1"/>
              </a:solidFill>
              <a:latin typeface="+mn-lt"/>
              <a:ea typeface="Arial Unicode MS" pitchFamily="34" charset="-128"/>
              <a:cs typeface="Arial" pitchFamily="34" charset="0"/>
            </a:endParaRPr>
          </a:p>
        </p:txBody>
      </p:sp>
      <p:sp>
        <p:nvSpPr>
          <p:cNvPr id="11" name="Rechteck 8"/>
          <p:cNvSpPr/>
          <p:nvPr/>
        </p:nvSpPr>
        <p:spPr>
          <a:xfrm>
            <a:off x="7488357" y="365717"/>
            <a:ext cx="42672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endParaRPr lang="en-US" sz="1733" b="1">
              <a:solidFill>
                <a:schemeClr val="accent1"/>
              </a:solidFill>
              <a:latin typeface="+mn-lt"/>
              <a:cs typeface="Arial" pitchFamily="34" charset="0"/>
            </a:endParaRPr>
          </a:p>
        </p:txBody>
      </p:sp>
      <p:sp>
        <p:nvSpPr>
          <p:cNvPr id="12" name="Rechteck 10"/>
          <p:cNvSpPr/>
          <p:nvPr/>
        </p:nvSpPr>
        <p:spPr>
          <a:xfrm>
            <a:off x="6705055" y="10477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13" name="Rechteck 11"/>
          <p:cNvSpPr/>
          <p:nvPr/>
        </p:nvSpPr>
        <p:spPr>
          <a:xfrm>
            <a:off x="7498896" y="10491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31" name="Rechteck 10"/>
          <p:cNvSpPr/>
          <p:nvPr/>
        </p:nvSpPr>
        <p:spPr>
          <a:xfrm>
            <a:off x="6705055" y="17335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32" name="Rechteck 11"/>
          <p:cNvSpPr/>
          <p:nvPr/>
        </p:nvSpPr>
        <p:spPr>
          <a:xfrm>
            <a:off x="7498896" y="17349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45" name="Rechteck 10"/>
          <p:cNvSpPr/>
          <p:nvPr/>
        </p:nvSpPr>
        <p:spPr>
          <a:xfrm>
            <a:off x="6705055" y="24193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46" name="Rechteck 11"/>
          <p:cNvSpPr/>
          <p:nvPr/>
        </p:nvSpPr>
        <p:spPr>
          <a:xfrm>
            <a:off x="7498896" y="24207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47" name="Rechteck 10"/>
          <p:cNvSpPr/>
          <p:nvPr/>
        </p:nvSpPr>
        <p:spPr>
          <a:xfrm>
            <a:off x="6705055" y="31051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48" name="Rechteck 11"/>
          <p:cNvSpPr/>
          <p:nvPr/>
        </p:nvSpPr>
        <p:spPr>
          <a:xfrm>
            <a:off x="7498896" y="31065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49" name="Rechteck 10"/>
          <p:cNvSpPr/>
          <p:nvPr/>
        </p:nvSpPr>
        <p:spPr>
          <a:xfrm>
            <a:off x="6705055" y="38163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50" name="Rechteck 11"/>
          <p:cNvSpPr/>
          <p:nvPr/>
        </p:nvSpPr>
        <p:spPr>
          <a:xfrm>
            <a:off x="7498896" y="38177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51" name="Rechteck 10"/>
          <p:cNvSpPr/>
          <p:nvPr/>
        </p:nvSpPr>
        <p:spPr>
          <a:xfrm>
            <a:off x="6705055" y="45275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52" name="Rechteck 11"/>
          <p:cNvSpPr/>
          <p:nvPr/>
        </p:nvSpPr>
        <p:spPr>
          <a:xfrm>
            <a:off x="7498896" y="45289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55" name="Rechteck 10"/>
          <p:cNvSpPr/>
          <p:nvPr/>
        </p:nvSpPr>
        <p:spPr>
          <a:xfrm>
            <a:off x="6705055" y="5226093"/>
            <a:ext cx="609600" cy="6096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normAutofit/>
          </a:bodyPr>
          <a:lstStyle/>
          <a:p>
            <a:pPr algn="ctr"/>
            <a:endParaRPr lang="en-US" sz="1733" b="1">
              <a:solidFill>
                <a:srgbClr val="626469"/>
              </a:solidFill>
              <a:latin typeface="+mn-lt"/>
              <a:ea typeface="Arial Unicode MS" pitchFamily="34" charset="-128"/>
              <a:cs typeface="Arial" pitchFamily="34" charset="0"/>
            </a:endParaRPr>
          </a:p>
        </p:txBody>
      </p:sp>
      <p:sp>
        <p:nvSpPr>
          <p:cNvPr id="56" name="Rechteck 11"/>
          <p:cNvSpPr/>
          <p:nvPr/>
        </p:nvSpPr>
        <p:spPr>
          <a:xfrm>
            <a:off x="7498896" y="5227415"/>
            <a:ext cx="4267200" cy="609600"/>
          </a:xfrm>
          <a:prstGeom prst="rect">
            <a:avLst/>
          </a:prstGeom>
          <a:solidFill>
            <a:srgbClr val="F7F7F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2933" tIns="61468" rIns="122933" bIns="61468" rtlCol="0" anchor="ctr"/>
          <a:lstStyle/>
          <a:p>
            <a:pPr>
              <a:tabLst>
                <a:tab pos="478001" algn="l"/>
              </a:tabLst>
            </a:pPr>
            <a:endParaRPr lang="en-US" sz="1733" b="1">
              <a:solidFill>
                <a:schemeClr val="accent1"/>
              </a:solidFill>
              <a:latin typeface="+mn-lt"/>
              <a:cs typeface="Arial" pitchFamily="34" charset="0"/>
            </a:endParaRPr>
          </a:p>
        </p:txBody>
      </p:sp>
      <p:sp>
        <p:nvSpPr>
          <p:cNvPr id="24" name="Text Placeholder 4"/>
          <p:cNvSpPr>
            <a:spLocks noGrp="1"/>
          </p:cNvSpPr>
          <p:nvPr>
            <p:ph type="body" sz="quarter" idx="13" hasCustomPrompt="1"/>
          </p:nvPr>
        </p:nvSpPr>
        <p:spPr>
          <a:xfrm>
            <a:off x="6672134" y="509517"/>
            <a:ext cx="679461" cy="280855"/>
          </a:xfrm>
          <a:prstGeom prst="rect">
            <a:avLst/>
          </a:prstGeom>
        </p:spPr>
        <p:txBody>
          <a:bodyPr anchor="ctr"/>
          <a:lstStyle>
            <a:lvl1pPr algn="ctr">
              <a:buNone/>
              <a:defRPr sz="1733" b="1">
                <a:solidFill>
                  <a:schemeClr val="accent1"/>
                </a:solidFill>
              </a:defRPr>
            </a:lvl1pPr>
          </a:lstStyle>
          <a:p>
            <a:r>
              <a:rPr lang="en-US"/>
              <a:t>1</a:t>
            </a:r>
          </a:p>
        </p:txBody>
      </p:sp>
      <p:sp>
        <p:nvSpPr>
          <p:cNvPr id="23" name="Text Placeholder 4"/>
          <p:cNvSpPr>
            <a:spLocks noGrp="1"/>
          </p:cNvSpPr>
          <p:nvPr>
            <p:ph type="body" sz="quarter" idx="12" hasCustomPrompt="1"/>
          </p:nvPr>
        </p:nvSpPr>
        <p:spPr>
          <a:xfrm>
            <a:off x="7506176" y="527714"/>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26" name="Text Placeholder 4"/>
          <p:cNvSpPr>
            <a:spLocks noGrp="1"/>
          </p:cNvSpPr>
          <p:nvPr>
            <p:ph type="body" sz="quarter" idx="15" hasCustomPrompt="1"/>
          </p:nvPr>
        </p:nvSpPr>
        <p:spPr>
          <a:xfrm>
            <a:off x="6675163" y="1167650"/>
            <a:ext cx="679461" cy="280855"/>
          </a:xfrm>
          <a:prstGeom prst="rect">
            <a:avLst/>
          </a:prstGeom>
        </p:spPr>
        <p:txBody>
          <a:bodyPr anchor="ctr"/>
          <a:lstStyle>
            <a:lvl1pPr algn="ctr">
              <a:buNone/>
              <a:defRPr sz="1733" b="1">
                <a:solidFill>
                  <a:schemeClr val="accent1"/>
                </a:solidFill>
              </a:defRPr>
            </a:lvl1pPr>
          </a:lstStyle>
          <a:p>
            <a:r>
              <a:rPr lang="en-US"/>
              <a:t>2</a:t>
            </a:r>
          </a:p>
        </p:txBody>
      </p:sp>
      <p:sp>
        <p:nvSpPr>
          <p:cNvPr id="25" name="Text Placeholder 4"/>
          <p:cNvSpPr>
            <a:spLocks noGrp="1"/>
          </p:cNvSpPr>
          <p:nvPr>
            <p:ph type="body" sz="quarter" idx="14" hasCustomPrompt="1"/>
          </p:nvPr>
        </p:nvSpPr>
        <p:spPr>
          <a:xfrm>
            <a:off x="7509205" y="1185847"/>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27" name="Text Placeholder 4"/>
          <p:cNvSpPr>
            <a:spLocks noGrp="1"/>
          </p:cNvSpPr>
          <p:nvPr>
            <p:ph type="body" sz="quarter" idx="16" hasCustomPrompt="1"/>
          </p:nvPr>
        </p:nvSpPr>
        <p:spPr>
          <a:xfrm>
            <a:off x="6659995" y="1880375"/>
            <a:ext cx="679461" cy="280855"/>
          </a:xfrm>
          <a:prstGeom prst="rect">
            <a:avLst/>
          </a:prstGeom>
        </p:spPr>
        <p:txBody>
          <a:bodyPr anchor="ctr"/>
          <a:lstStyle>
            <a:lvl1pPr algn="ctr">
              <a:buNone/>
              <a:defRPr sz="1733" b="1">
                <a:solidFill>
                  <a:schemeClr val="accent1"/>
                </a:solidFill>
              </a:defRPr>
            </a:lvl1pPr>
          </a:lstStyle>
          <a:p>
            <a:r>
              <a:rPr lang="en-US"/>
              <a:t>3</a:t>
            </a:r>
          </a:p>
        </p:txBody>
      </p:sp>
      <p:sp>
        <p:nvSpPr>
          <p:cNvPr id="28" name="Text Placeholder 4"/>
          <p:cNvSpPr>
            <a:spLocks noGrp="1"/>
          </p:cNvSpPr>
          <p:nvPr>
            <p:ph type="body" sz="quarter" idx="17" hasCustomPrompt="1"/>
          </p:nvPr>
        </p:nvSpPr>
        <p:spPr>
          <a:xfrm>
            <a:off x="7494037" y="1898573"/>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29" name="Text Placeholder 4"/>
          <p:cNvSpPr>
            <a:spLocks noGrp="1"/>
          </p:cNvSpPr>
          <p:nvPr>
            <p:ph type="body" sz="quarter" idx="18" hasCustomPrompt="1"/>
          </p:nvPr>
        </p:nvSpPr>
        <p:spPr>
          <a:xfrm>
            <a:off x="6656966" y="2568845"/>
            <a:ext cx="679461" cy="280855"/>
          </a:xfrm>
          <a:prstGeom prst="rect">
            <a:avLst/>
          </a:prstGeom>
        </p:spPr>
        <p:txBody>
          <a:bodyPr anchor="ctr"/>
          <a:lstStyle>
            <a:lvl1pPr algn="ctr">
              <a:buNone/>
              <a:defRPr sz="1733" b="1">
                <a:solidFill>
                  <a:schemeClr val="accent1"/>
                </a:solidFill>
              </a:defRPr>
            </a:lvl1pPr>
          </a:lstStyle>
          <a:p>
            <a:r>
              <a:rPr lang="en-US"/>
              <a:t>4</a:t>
            </a:r>
          </a:p>
        </p:txBody>
      </p:sp>
      <p:sp>
        <p:nvSpPr>
          <p:cNvPr id="30" name="Text Placeholder 4"/>
          <p:cNvSpPr>
            <a:spLocks noGrp="1"/>
          </p:cNvSpPr>
          <p:nvPr>
            <p:ph type="body" sz="quarter" idx="19" hasCustomPrompt="1"/>
          </p:nvPr>
        </p:nvSpPr>
        <p:spPr>
          <a:xfrm>
            <a:off x="7491008" y="2587042"/>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3" name="Text Placeholder 4"/>
          <p:cNvSpPr>
            <a:spLocks noGrp="1"/>
          </p:cNvSpPr>
          <p:nvPr>
            <p:ph type="body" sz="quarter" idx="20" hasCustomPrompt="1"/>
          </p:nvPr>
        </p:nvSpPr>
        <p:spPr>
          <a:xfrm>
            <a:off x="6659995" y="3226978"/>
            <a:ext cx="679461" cy="280855"/>
          </a:xfrm>
          <a:prstGeom prst="rect">
            <a:avLst/>
          </a:prstGeom>
        </p:spPr>
        <p:txBody>
          <a:bodyPr anchor="ctr"/>
          <a:lstStyle>
            <a:lvl1pPr algn="ctr">
              <a:buNone/>
              <a:defRPr sz="1733" b="1">
                <a:solidFill>
                  <a:schemeClr val="accent1"/>
                </a:solidFill>
              </a:defRPr>
            </a:lvl1pPr>
          </a:lstStyle>
          <a:p>
            <a:r>
              <a:rPr lang="en-US"/>
              <a:t>5</a:t>
            </a:r>
          </a:p>
        </p:txBody>
      </p:sp>
      <p:sp>
        <p:nvSpPr>
          <p:cNvPr id="34" name="Text Placeholder 4"/>
          <p:cNvSpPr>
            <a:spLocks noGrp="1"/>
          </p:cNvSpPr>
          <p:nvPr>
            <p:ph type="body" sz="quarter" idx="21" hasCustomPrompt="1"/>
          </p:nvPr>
        </p:nvSpPr>
        <p:spPr>
          <a:xfrm>
            <a:off x="7494037" y="3245175"/>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5" name="Text Placeholder 4"/>
          <p:cNvSpPr>
            <a:spLocks noGrp="1"/>
          </p:cNvSpPr>
          <p:nvPr>
            <p:ph type="body" sz="quarter" idx="22" hasCustomPrompt="1"/>
          </p:nvPr>
        </p:nvSpPr>
        <p:spPr>
          <a:xfrm>
            <a:off x="6663024" y="3939703"/>
            <a:ext cx="679461" cy="280855"/>
          </a:xfrm>
          <a:prstGeom prst="rect">
            <a:avLst/>
          </a:prstGeom>
        </p:spPr>
        <p:txBody>
          <a:bodyPr anchor="ctr"/>
          <a:lstStyle>
            <a:lvl1pPr algn="ctr">
              <a:buNone/>
              <a:defRPr sz="1733" b="1">
                <a:solidFill>
                  <a:schemeClr val="accent1"/>
                </a:solidFill>
              </a:defRPr>
            </a:lvl1pPr>
          </a:lstStyle>
          <a:p>
            <a:r>
              <a:rPr lang="en-US"/>
              <a:t>6</a:t>
            </a:r>
          </a:p>
        </p:txBody>
      </p:sp>
      <p:sp>
        <p:nvSpPr>
          <p:cNvPr id="36" name="Text Placeholder 4"/>
          <p:cNvSpPr>
            <a:spLocks noGrp="1"/>
          </p:cNvSpPr>
          <p:nvPr>
            <p:ph type="body" sz="quarter" idx="23" hasCustomPrompt="1"/>
          </p:nvPr>
        </p:nvSpPr>
        <p:spPr>
          <a:xfrm>
            <a:off x="7478869" y="3957901"/>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7" name="Text Placeholder 4"/>
          <p:cNvSpPr>
            <a:spLocks noGrp="1"/>
          </p:cNvSpPr>
          <p:nvPr>
            <p:ph type="body" sz="quarter" idx="24" hasCustomPrompt="1"/>
          </p:nvPr>
        </p:nvSpPr>
        <p:spPr>
          <a:xfrm>
            <a:off x="6644827" y="4649399"/>
            <a:ext cx="679461" cy="280855"/>
          </a:xfrm>
          <a:prstGeom prst="rect">
            <a:avLst/>
          </a:prstGeom>
        </p:spPr>
        <p:txBody>
          <a:bodyPr anchor="ctr"/>
          <a:lstStyle>
            <a:lvl1pPr algn="ctr">
              <a:buNone/>
              <a:defRPr sz="1733" b="1">
                <a:solidFill>
                  <a:schemeClr val="accent1"/>
                </a:solidFill>
              </a:defRPr>
            </a:lvl1pPr>
          </a:lstStyle>
          <a:p>
            <a:r>
              <a:rPr lang="en-US"/>
              <a:t>7</a:t>
            </a:r>
          </a:p>
        </p:txBody>
      </p:sp>
      <p:sp>
        <p:nvSpPr>
          <p:cNvPr id="38" name="Text Placeholder 4"/>
          <p:cNvSpPr>
            <a:spLocks noGrp="1"/>
          </p:cNvSpPr>
          <p:nvPr>
            <p:ph type="body" sz="quarter" idx="25" hasCustomPrompt="1"/>
          </p:nvPr>
        </p:nvSpPr>
        <p:spPr>
          <a:xfrm>
            <a:off x="7497067" y="4667597"/>
            <a:ext cx="4194504" cy="277820"/>
          </a:xfrm>
          <a:prstGeom prst="rect">
            <a:avLst/>
          </a:prstGeom>
        </p:spPr>
        <p:txBody>
          <a:bodyPr anchor="ctr"/>
          <a:lstStyle>
            <a:lvl1pPr>
              <a:buNone/>
              <a:defRPr sz="1733" b="1">
                <a:solidFill>
                  <a:schemeClr val="accent1"/>
                </a:solidFill>
              </a:defRPr>
            </a:lvl1pPr>
          </a:lstStyle>
          <a:p>
            <a:r>
              <a:rPr lang="en-US"/>
              <a:t>Edit text</a:t>
            </a:r>
          </a:p>
        </p:txBody>
      </p:sp>
      <p:sp>
        <p:nvSpPr>
          <p:cNvPr id="39" name="Text Placeholder 4"/>
          <p:cNvSpPr>
            <a:spLocks noGrp="1"/>
          </p:cNvSpPr>
          <p:nvPr>
            <p:ph type="body" sz="quarter" idx="26" hasCustomPrompt="1"/>
          </p:nvPr>
        </p:nvSpPr>
        <p:spPr>
          <a:xfrm>
            <a:off x="6647856" y="5362125"/>
            <a:ext cx="679461" cy="280855"/>
          </a:xfrm>
          <a:prstGeom prst="rect">
            <a:avLst/>
          </a:prstGeom>
        </p:spPr>
        <p:txBody>
          <a:bodyPr anchor="ctr"/>
          <a:lstStyle>
            <a:lvl1pPr algn="ctr">
              <a:buNone/>
              <a:defRPr sz="1733" b="1">
                <a:solidFill>
                  <a:schemeClr val="accent1"/>
                </a:solidFill>
              </a:defRPr>
            </a:lvl1pPr>
          </a:lstStyle>
          <a:p>
            <a:r>
              <a:rPr lang="en-US"/>
              <a:t>8</a:t>
            </a:r>
          </a:p>
        </p:txBody>
      </p:sp>
      <p:sp>
        <p:nvSpPr>
          <p:cNvPr id="40" name="Text Placeholder 4"/>
          <p:cNvSpPr>
            <a:spLocks noGrp="1"/>
          </p:cNvSpPr>
          <p:nvPr>
            <p:ph type="body" sz="quarter" idx="27" hasCustomPrompt="1"/>
          </p:nvPr>
        </p:nvSpPr>
        <p:spPr>
          <a:xfrm>
            <a:off x="7481899" y="5380322"/>
            <a:ext cx="4194504" cy="277820"/>
          </a:xfrm>
          <a:prstGeom prst="rect">
            <a:avLst/>
          </a:prstGeom>
        </p:spPr>
        <p:txBody>
          <a:bodyPr anchor="ctr"/>
          <a:lstStyle>
            <a:lvl1pPr>
              <a:buNone/>
              <a:defRPr sz="1733" b="1">
                <a:solidFill>
                  <a:schemeClr val="accent1"/>
                </a:solidFill>
              </a:defRPr>
            </a:lvl1pPr>
          </a:lstStyle>
          <a:p>
            <a:r>
              <a:rPr lang="en-US"/>
              <a:t>Edit text</a:t>
            </a:r>
          </a:p>
        </p:txBody>
      </p:sp>
    </p:spTree>
    <p:extLst>
      <p:ext uri="{BB962C8B-B14F-4D97-AF65-F5344CB8AC3E}">
        <p14:creationId xmlns:p14="http://schemas.microsoft.com/office/powerpoint/2010/main" val="1670225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tandard Layout">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2330521" y="6476207"/>
            <a:ext cx="700920" cy="123111"/>
          </a:xfrm>
          <a:prstGeom prst="rect">
            <a:avLst/>
          </a:prstGeom>
        </p:spPr>
        <p:txBody>
          <a:bodyPr vert="horz" lIns="0" tIns="0" rIns="0" bIns="0" rtlCol="0" anchor="ctr">
            <a:spAutoFit/>
          </a:bodyPr>
          <a:lstStyle>
            <a:lvl1pPr algn="l">
              <a:defRPr sz="800">
                <a:solidFill>
                  <a:schemeClr val="bg2"/>
                </a:solidFill>
                <a:latin typeface="Arial"/>
                <a:cs typeface="Arial"/>
              </a:defRPr>
            </a:lvl1pPr>
          </a:lstStyle>
          <a:p>
            <a:r>
              <a:rPr lang="en-US"/>
              <a:t>Page </a:t>
            </a:r>
            <a:fld id="{5A9C12DC-491F-9444-86A2-13AC5C62A2FC}" type="slidenum">
              <a:rPr lang="en-US" smtClean="0"/>
              <a:pPr/>
              <a:t>‹#›</a:t>
            </a:fld>
            <a:endParaRPr lang="en-US"/>
          </a:p>
        </p:txBody>
      </p:sp>
      <p:sp>
        <p:nvSpPr>
          <p:cNvPr id="5" name="Footer Placeholder 4"/>
          <p:cNvSpPr>
            <a:spLocks noGrp="1"/>
          </p:cNvSpPr>
          <p:nvPr>
            <p:ph type="ftr" sz="quarter" idx="3"/>
          </p:nvPr>
        </p:nvSpPr>
        <p:spPr>
          <a:xfrm>
            <a:off x="336551" y="6476207"/>
            <a:ext cx="2013023" cy="123111"/>
          </a:xfrm>
          <a:prstGeom prst="rect">
            <a:avLst/>
          </a:prstGeom>
        </p:spPr>
        <p:txBody>
          <a:bodyPr vert="horz" wrap="square" lIns="0" tIns="0" rIns="0" bIns="0" rtlCol="0" anchor="ctr">
            <a:spAutoFit/>
          </a:bodyPr>
          <a:lstStyle>
            <a:lvl1pPr algn="l">
              <a:defRPr sz="800">
                <a:solidFill>
                  <a:schemeClr val="accent1"/>
                </a:solidFill>
                <a:latin typeface="Arial"/>
                <a:cs typeface="Arial"/>
              </a:defRPr>
            </a:lvl1pPr>
          </a:lstStyle>
          <a:p>
            <a:r>
              <a:rPr lang="en-US"/>
              <a:t>Confidential Property of Schneider Electric |</a:t>
            </a:r>
          </a:p>
        </p:txBody>
      </p:sp>
      <p:sp>
        <p:nvSpPr>
          <p:cNvPr id="8" name="Content Placeholder 2"/>
          <p:cNvSpPr>
            <a:spLocks noGrp="1"/>
          </p:cNvSpPr>
          <p:nvPr>
            <p:ph sz="quarter" idx="31"/>
          </p:nvPr>
        </p:nvSpPr>
        <p:spPr>
          <a:xfrm>
            <a:off x="344073" y="1604434"/>
            <a:ext cx="11572760" cy="4235452"/>
          </a:xfr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32"/>
          </p:nvPr>
        </p:nvSpPr>
        <p:spPr>
          <a:xfrm>
            <a:off x="336551" y="306916"/>
            <a:ext cx="11529483" cy="492443"/>
          </a:xfrm>
        </p:spPr>
        <p:txBody>
          <a:bodyPr/>
          <a:lstStyle>
            <a:lvl1pPr>
              <a:buFontTx/>
              <a:buNone/>
              <a:defRPr sz="3200">
                <a:solidFill>
                  <a:schemeClr val="tx2"/>
                </a:solidFill>
              </a:defRPr>
            </a:lvl1pPr>
            <a:lvl2pPr>
              <a:buFontTx/>
              <a:buNone/>
              <a:defRPr/>
            </a:lvl2pPr>
            <a:lvl3pPr>
              <a:buFontTx/>
              <a:buNone/>
              <a:defRPr/>
            </a:lvl3pPr>
            <a:lvl4pPr>
              <a:buFontTx/>
              <a:buNone/>
              <a:defRPr/>
            </a:lvl4pPr>
            <a:lvl5pPr>
              <a:buFontTx/>
              <a:buNone/>
              <a:defRPr/>
            </a:lvl5pPr>
          </a:lstStyle>
          <a:p>
            <a:pPr lvl="0"/>
            <a:r>
              <a:rPr lang="en-US"/>
              <a:t>Click to edit Master text styles</a:t>
            </a:r>
          </a:p>
        </p:txBody>
      </p:sp>
      <p:sp>
        <p:nvSpPr>
          <p:cNvPr id="14" name="Text Placeholder 13"/>
          <p:cNvSpPr>
            <a:spLocks noGrp="1"/>
          </p:cNvSpPr>
          <p:nvPr>
            <p:ph type="body" sz="quarter" idx="33"/>
          </p:nvPr>
        </p:nvSpPr>
        <p:spPr>
          <a:xfrm>
            <a:off x="336551" y="911155"/>
            <a:ext cx="11529483" cy="338555"/>
          </a:xfrm>
        </p:spPr>
        <p:txBody>
          <a:bodyPr/>
          <a:lstStyle>
            <a:lvl1pPr marL="478337" indent="-457173">
              <a:buFontTx/>
              <a:buNone/>
              <a:defRPr sz="2133" baseline="0">
                <a:solidFill>
                  <a:schemeClr val="accent1"/>
                </a:solidFill>
              </a:defRPr>
            </a:lvl1pPr>
            <a:lvl2pPr marL="543950" indent="-304782">
              <a:buFontTx/>
              <a:buNone/>
              <a:defRPr/>
            </a:lvl2pPr>
            <a:lvl3pPr marL="783119" indent="-304782">
              <a:buFontTx/>
              <a:buNone/>
              <a:defRPr/>
            </a:lvl3pPr>
            <a:lvl4pPr marL="1024405" indent="-304782">
              <a:buFontTx/>
              <a:buNone/>
              <a:defRPr/>
            </a:lvl4pPr>
            <a:lvl5pPr marL="1252991" indent="-304782">
              <a:buFontTx/>
              <a:buNone/>
              <a:defRPr/>
            </a:lvl5pPr>
          </a:lstStyle>
          <a:p>
            <a:pPr lvl="0"/>
            <a:r>
              <a:rPr lang="en-US"/>
              <a:t>Click to edit Master text styles</a:t>
            </a:r>
          </a:p>
        </p:txBody>
      </p:sp>
    </p:spTree>
    <p:extLst>
      <p:ext uri="{BB962C8B-B14F-4D97-AF65-F5344CB8AC3E}">
        <p14:creationId xmlns:p14="http://schemas.microsoft.com/office/powerpoint/2010/main" val="33015443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Standard Layout">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2330521" y="6476207"/>
            <a:ext cx="700920" cy="123111"/>
          </a:xfrm>
          <a:prstGeom prst="rect">
            <a:avLst/>
          </a:prstGeom>
        </p:spPr>
        <p:txBody>
          <a:bodyPr vert="horz" lIns="0" tIns="0" rIns="0" bIns="0" rtlCol="0" anchor="ctr">
            <a:spAutoFit/>
          </a:bodyPr>
          <a:lstStyle>
            <a:lvl1pPr algn="l">
              <a:defRPr sz="800">
                <a:solidFill>
                  <a:schemeClr val="bg2"/>
                </a:solidFill>
                <a:latin typeface="Arial"/>
                <a:cs typeface="Arial"/>
              </a:defRPr>
            </a:lvl1pPr>
          </a:lstStyle>
          <a:p>
            <a:r>
              <a:rPr lang="en-US"/>
              <a:t>Page </a:t>
            </a:r>
            <a:fld id="{5A9C12DC-491F-9444-86A2-13AC5C62A2FC}" type="slidenum">
              <a:rPr lang="en-US" smtClean="0"/>
              <a:pPr/>
              <a:t>‹#›</a:t>
            </a:fld>
            <a:endParaRPr lang="en-US"/>
          </a:p>
        </p:txBody>
      </p:sp>
      <p:sp>
        <p:nvSpPr>
          <p:cNvPr id="5" name="Footer Placeholder 4"/>
          <p:cNvSpPr>
            <a:spLocks noGrp="1"/>
          </p:cNvSpPr>
          <p:nvPr>
            <p:ph type="ftr" sz="quarter" idx="3"/>
          </p:nvPr>
        </p:nvSpPr>
        <p:spPr>
          <a:xfrm>
            <a:off x="336551" y="6476207"/>
            <a:ext cx="2013023" cy="123111"/>
          </a:xfrm>
          <a:prstGeom prst="rect">
            <a:avLst/>
          </a:prstGeom>
        </p:spPr>
        <p:txBody>
          <a:bodyPr vert="horz" wrap="square" lIns="0" tIns="0" rIns="0" bIns="0" rtlCol="0" anchor="ctr">
            <a:spAutoFit/>
          </a:bodyPr>
          <a:lstStyle>
            <a:lvl1pPr algn="l">
              <a:defRPr sz="800">
                <a:solidFill>
                  <a:schemeClr val="accent1"/>
                </a:solidFill>
                <a:latin typeface="Arial"/>
                <a:cs typeface="Arial"/>
              </a:defRPr>
            </a:lvl1pPr>
          </a:lstStyle>
          <a:p>
            <a:r>
              <a:rPr lang="en-US"/>
              <a:t>Confidential Property of Schneider Electric |</a:t>
            </a:r>
          </a:p>
        </p:txBody>
      </p:sp>
      <p:sp>
        <p:nvSpPr>
          <p:cNvPr id="8" name="Content Placeholder 2"/>
          <p:cNvSpPr>
            <a:spLocks noGrp="1"/>
          </p:cNvSpPr>
          <p:nvPr>
            <p:ph sz="quarter" idx="31"/>
          </p:nvPr>
        </p:nvSpPr>
        <p:spPr>
          <a:xfrm>
            <a:off x="344073" y="1604434"/>
            <a:ext cx="11572760" cy="4235452"/>
          </a:xfr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32"/>
          </p:nvPr>
        </p:nvSpPr>
        <p:spPr>
          <a:xfrm>
            <a:off x="336551" y="306916"/>
            <a:ext cx="11529483" cy="492443"/>
          </a:xfrm>
        </p:spPr>
        <p:txBody>
          <a:bodyPr/>
          <a:lstStyle>
            <a:lvl1pPr>
              <a:buFontTx/>
              <a:buNone/>
              <a:defRPr sz="3200">
                <a:solidFill>
                  <a:schemeClr val="tx2"/>
                </a:solidFill>
              </a:defRPr>
            </a:lvl1pPr>
            <a:lvl2pPr>
              <a:buFontTx/>
              <a:buNone/>
              <a:defRPr/>
            </a:lvl2pPr>
            <a:lvl3pPr>
              <a:buFontTx/>
              <a:buNone/>
              <a:defRPr/>
            </a:lvl3pPr>
            <a:lvl4pPr>
              <a:buFontTx/>
              <a:buNone/>
              <a:defRPr/>
            </a:lvl4pPr>
            <a:lvl5pPr>
              <a:buFontTx/>
              <a:buNone/>
              <a:defRPr/>
            </a:lvl5pPr>
          </a:lstStyle>
          <a:p>
            <a:pPr lvl="0"/>
            <a:r>
              <a:rPr lang="en-US"/>
              <a:t>Click to edit Master text styles</a:t>
            </a:r>
          </a:p>
        </p:txBody>
      </p:sp>
      <p:sp>
        <p:nvSpPr>
          <p:cNvPr id="14" name="Text Placeholder 13"/>
          <p:cNvSpPr>
            <a:spLocks noGrp="1"/>
          </p:cNvSpPr>
          <p:nvPr>
            <p:ph type="body" sz="quarter" idx="33"/>
          </p:nvPr>
        </p:nvSpPr>
        <p:spPr>
          <a:xfrm>
            <a:off x="336551" y="911155"/>
            <a:ext cx="11529483" cy="338555"/>
          </a:xfrm>
        </p:spPr>
        <p:txBody>
          <a:bodyPr/>
          <a:lstStyle>
            <a:lvl1pPr marL="478337" indent="-457173">
              <a:buFontTx/>
              <a:buNone/>
              <a:defRPr sz="2133" baseline="0">
                <a:solidFill>
                  <a:schemeClr val="accent1"/>
                </a:solidFill>
              </a:defRPr>
            </a:lvl1pPr>
            <a:lvl2pPr marL="543950" indent="-304782">
              <a:buFontTx/>
              <a:buNone/>
              <a:defRPr/>
            </a:lvl2pPr>
            <a:lvl3pPr marL="783119" indent="-304782">
              <a:buFontTx/>
              <a:buNone/>
              <a:defRPr/>
            </a:lvl3pPr>
            <a:lvl4pPr marL="1024405" indent="-304782">
              <a:buFontTx/>
              <a:buNone/>
              <a:defRPr/>
            </a:lvl4pPr>
            <a:lvl5pPr marL="1252991" indent="-304782">
              <a:buFontTx/>
              <a:buNone/>
              <a:defRPr/>
            </a:lvl5pPr>
          </a:lstStyle>
          <a:p>
            <a:pPr lvl="0"/>
            <a:r>
              <a:rPr lang="en-US"/>
              <a:t>Click to edit Master text styles</a:t>
            </a:r>
          </a:p>
        </p:txBody>
      </p:sp>
    </p:spTree>
    <p:extLst>
      <p:ext uri="{BB962C8B-B14F-4D97-AF65-F5344CB8AC3E}">
        <p14:creationId xmlns:p14="http://schemas.microsoft.com/office/powerpoint/2010/main" val="5314548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_Standard Layout">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2330521" y="6476207"/>
            <a:ext cx="700920" cy="123111"/>
          </a:xfrm>
          <a:prstGeom prst="rect">
            <a:avLst/>
          </a:prstGeom>
        </p:spPr>
        <p:txBody>
          <a:bodyPr vert="horz" lIns="0" tIns="0" rIns="0" bIns="0" rtlCol="0" anchor="ctr">
            <a:spAutoFit/>
          </a:bodyPr>
          <a:lstStyle>
            <a:lvl1pPr algn="l">
              <a:defRPr sz="800">
                <a:solidFill>
                  <a:schemeClr val="bg2"/>
                </a:solidFill>
                <a:latin typeface="Arial"/>
                <a:cs typeface="Arial"/>
              </a:defRPr>
            </a:lvl1pPr>
          </a:lstStyle>
          <a:p>
            <a:r>
              <a:rPr lang="en-US"/>
              <a:t>Page </a:t>
            </a:r>
            <a:fld id="{5A9C12DC-491F-9444-86A2-13AC5C62A2FC}" type="slidenum">
              <a:rPr lang="en-US" smtClean="0"/>
              <a:pPr/>
              <a:t>‹#›</a:t>
            </a:fld>
            <a:endParaRPr lang="en-US"/>
          </a:p>
        </p:txBody>
      </p:sp>
      <p:sp>
        <p:nvSpPr>
          <p:cNvPr id="5" name="Footer Placeholder 4"/>
          <p:cNvSpPr>
            <a:spLocks noGrp="1"/>
          </p:cNvSpPr>
          <p:nvPr>
            <p:ph type="ftr" sz="quarter" idx="3"/>
          </p:nvPr>
        </p:nvSpPr>
        <p:spPr>
          <a:xfrm>
            <a:off x="336551" y="6476207"/>
            <a:ext cx="2013023" cy="123111"/>
          </a:xfrm>
          <a:prstGeom prst="rect">
            <a:avLst/>
          </a:prstGeom>
        </p:spPr>
        <p:txBody>
          <a:bodyPr vert="horz" wrap="square" lIns="0" tIns="0" rIns="0" bIns="0" rtlCol="0" anchor="ctr">
            <a:spAutoFit/>
          </a:bodyPr>
          <a:lstStyle>
            <a:lvl1pPr algn="l">
              <a:defRPr sz="800">
                <a:solidFill>
                  <a:schemeClr val="accent1"/>
                </a:solidFill>
                <a:latin typeface="Arial"/>
                <a:cs typeface="Arial"/>
              </a:defRPr>
            </a:lvl1pPr>
          </a:lstStyle>
          <a:p>
            <a:r>
              <a:rPr lang="en-US"/>
              <a:t>Confidential Property of Schneider Electric |</a:t>
            </a:r>
          </a:p>
        </p:txBody>
      </p:sp>
      <p:sp>
        <p:nvSpPr>
          <p:cNvPr id="8" name="Content Placeholder 2"/>
          <p:cNvSpPr>
            <a:spLocks noGrp="1"/>
          </p:cNvSpPr>
          <p:nvPr>
            <p:ph sz="quarter" idx="31"/>
          </p:nvPr>
        </p:nvSpPr>
        <p:spPr>
          <a:xfrm>
            <a:off x="344073" y="1604434"/>
            <a:ext cx="11572760" cy="4235452"/>
          </a:xfr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32"/>
          </p:nvPr>
        </p:nvSpPr>
        <p:spPr>
          <a:xfrm>
            <a:off x="336551" y="306916"/>
            <a:ext cx="11529483" cy="492443"/>
          </a:xfrm>
        </p:spPr>
        <p:txBody>
          <a:bodyPr/>
          <a:lstStyle>
            <a:lvl1pPr>
              <a:buFontTx/>
              <a:buNone/>
              <a:defRPr sz="3200">
                <a:solidFill>
                  <a:schemeClr val="tx2"/>
                </a:solidFill>
              </a:defRPr>
            </a:lvl1pPr>
            <a:lvl2pPr>
              <a:buFontTx/>
              <a:buNone/>
              <a:defRPr/>
            </a:lvl2pPr>
            <a:lvl3pPr>
              <a:buFontTx/>
              <a:buNone/>
              <a:defRPr/>
            </a:lvl3pPr>
            <a:lvl4pPr>
              <a:buFontTx/>
              <a:buNone/>
              <a:defRPr/>
            </a:lvl4pPr>
            <a:lvl5pPr>
              <a:buFontTx/>
              <a:buNone/>
              <a:defRPr/>
            </a:lvl5pPr>
          </a:lstStyle>
          <a:p>
            <a:pPr lvl="0"/>
            <a:r>
              <a:rPr lang="en-US"/>
              <a:t>Click to edit Master text styles</a:t>
            </a:r>
          </a:p>
        </p:txBody>
      </p:sp>
      <p:sp>
        <p:nvSpPr>
          <p:cNvPr id="14" name="Text Placeholder 13"/>
          <p:cNvSpPr>
            <a:spLocks noGrp="1"/>
          </p:cNvSpPr>
          <p:nvPr>
            <p:ph type="body" sz="quarter" idx="33"/>
          </p:nvPr>
        </p:nvSpPr>
        <p:spPr>
          <a:xfrm>
            <a:off x="336551" y="911155"/>
            <a:ext cx="11529483" cy="338555"/>
          </a:xfrm>
        </p:spPr>
        <p:txBody>
          <a:bodyPr/>
          <a:lstStyle>
            <a:lvl1pPr marL="478337" indent="-457173">
              <a:buFontTx/>
              <a:buNone/>
              <a:defRPr sz="2133" baseline="0">
                <a:solidFill>
                  <a:schemeClr val="accent1"/>
                </a:solidFill>
              </a:defRPr>
            </a:lvl1pPr>
            <a:lvl2pPr marL="543950" indent="-304782">
              <a:buFontTx/>
              <a:buNone/>
              <a:defRPr/>
            </a:lvl2pPr>
            <a:lvl3pPr marL="783119" indent="-304782">
              <a:buFontTx/>
              <a:buNone/>
              <a:defRPr/>
            </a:lvl3pPr>
            <a:lvl4pPr marL="1024405" indent="-304782">
              <a:buFontTx/>
              <a:buNone/>
              <a:defRPr/>
            </a:lvl4pPr>
            <a:lvl5pPr marL="1252991" indent="-304782">
              <a:buFontTx/>
              <a:buNone/>
              <a:defRPr/>
            </a:lvl5pPr>
          </a:lstStyle>
          <a:p>
            <a:pPr lvl="0"/>
            <a:r>
              <a:rPr lang="en-US"/>
              <a:t>Click to edit Master text styles</a:t>
            </a:r>
          </a:p>
        </p:txBody>
      </p:sp>
    </p:spTree>
    <p:extLst>
      <p:ext uri="{BB962C8B-B14F-4D97-AF65-F5344CB8AC3E}">
        <p14:creationId xmlns:p14="http://schemas.microsoft.com/office/powerpoint/2010/main" val="3084885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losing Slide Master">
    <p:bg>
      <p:bgPr>
        <a:solidFill>
          <a:schemeClr val="tx2"/>
        </a:solidFill>
        <a:effectLst/>
      </p:bgPr>
    </p:bg>
    <p:spTree>
      <p:nvGrpSpPr>
        <p:cNvPr id="1" name=""/>
        <p:cNvGrpSpPr/>
        <p:nvPr/>
      </p:nvGrpSpPr>
      <p:grpSpPr>
        <a:xfrm>
          <a:off x="0" y="0"/>
          <a:ext cx="0" cy="0"/>
          <a:chOff x="0" y="0"/>
          <a:chExt cx="0" cy="0"/>
        </a:xfrm>
      </p:grpSpPr>
      <p:pic>
        <p:nvPicPr>
          <p:cNvPr id="4" name="Picture 3" descr="schneider_LIO_White_RGB.png"/>
          <p:cNvPicPr>
            <a:picLocks noChangeAspect="1"/>
          </p:cNvPicPr>
          <p:nvPr/>
        </p:nvPicPr>
        <p:blipFill>
          <a:blip r:embed="rId2" cstate="print"/>
          <a:stretch>
            <a:fillRect/>
          </a:stretch>
        </p:blipFill>
        <p:spPr>
          <a:xfrm>
            <a:off x="3692165" y="2611549"/>
            <a:ext cx="4745843" cy="1308496"/>
          </a:xfrm>
          <a:prstGeom prst="rect">
            <a:avLst/>
          </a:prstGeom>
        </p:spPr>
      </p:pic>
    </p:spTree>
    <p:extLst>
      <p:ext uri="{BB962C8B-B14F-4D97-AF65-F5344CB8AC3E}">
        <p14:creationId xmlns:p14="http://schemas.microsoft.com/office/powerpoint/2010/main" val="19327102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_Divider_Image">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2330521" y="6476209"/>
            <a:ext cx="700920" cy="123111"/>
          </a:xfrm>
          <a:prstGeom prst="rect">
            <a:avLst/>
          </a:prstGeom>
        </p:spPr>
        <p:txBody>
          <a:bodyPr vert="horz" lIns="0" tIns="0" rIns="0" bIns="0" rtlCol="0" anchor="ctr">
            <a:spAutoFit/>
          </a:bodyPr>
          <a:lstStyle>
            <a:lvl1pPr algn="l">
              <a:defRPr sz="800">
                <a:solidFill>
                  <a:srgbClr val="FFFFFF"/>
                </a:solidFill>
                <a:latin typeface="Arial"/>
                <a:cs typeface="Arial"/>
              </a:defRPr>
            </a:lvl1pPr>
          </a:lstStyle>
          <a:p>
            <a:fld id="{71758379-88C6-4331-B308-68DE9E253776}" type="slidenum">
              <a:rPr lang="en-US" smtClean="0"/>
              <a:t>‹#›</a:t>
            </a:fld>
            <a:endParaRPr lang="en-US"/>
          </a:p>
        </p:txBody>
      </p:sp>
      <p:sp>
        <p:nvSpPr>
          <p:cNvPr id="9" name="Footer Placeholder 4"/>
          <p:cNvSpPr>
            <a:spLocks noGrp="1"/>
          </p:cNvSpPr>
          <p:nvPr>
            <p:ph type="ftr" sz="quarter" idx="3"/>
          </p:nvPr>
        </p:nvSpPr>
        <p:spPr>
          <a:xfrm>
            <a:off x="336553" y="6476207"/>
            <a:ext cx="2013023" cy="123111"/>
          </a:xfrm>
          <a:prstGeom prst="rect">
            <a:avLst/>
          </a:prstGeom>
        </p:spPr>
        <p:txBody>
          <a:bodyPr vert="horz" wrap="square" lIns="0" tIns="0" rIns="0" bIns="0" rtlCol="0" anchor="ctr">
            <a:spAutoFit/>
          </a:bodyPr>
          <a:lstStyle>
            <a:lvl1pPr algn="l">
              <a:defRPr sz="800">
                <a:solidFill>
                  <a:srgbClr val="FFFFFF"/>
                </a:solidFill>
                <a:latin typeface="Arial"/>
                <a:cs typeface="Arial"/>
              </a:defRPr>
            </a:lvl1pPr>
          </a:lstStyle>
          <a:p>
            <a:endParaRPr lang="en-US"/>
          </a:p>
        </p:txBody>
      </p:sp>
      <p:pic>
        <p:nvPicPr>
          <p:cNvPr id="7" name="Picture 6" descr="schneider_LIO_White_RGB.png"/>
          <p:cNvPicPr>
            <a:picLocks noChangeAspect="1"/>
          </p:cNvPicPr>
          <p:nvPr/>
        </p:nvPicPr>
        <p:blipFill>
          <a:blip r:embed="rId2" cstate="print"/>
          <a:stretch>
            <a:fillRect/>
          </a:stretch>
        </p:blipFill>
        <p:spPr>
          <a:xfrm>
            <a:off x="9474598" y="6013413"/>
            <a:ext cx="2542673" cy="701052"/>
          </a:xfrm>
          <a:prstGeom prst="rect">
            <a:avLst/>
          </a:prstGeom>
        </p:spPr>
      </p:pic>
      <p:sp>
        <p:nvSpPr>
          <p:cNvPr id="12" name="Title 1"/>
          <p:cNvSpPr>
            <a:spLocks noGrp="1"/>
          </p:cNvSpPr>
          <p:nvPr>
            <p:ph type="title" hasCustomPrompt="1"/>
          </p:nvPr>
        </p:nvSpPr>
        <p:spPr>
          <a:xfrm>
            <a:off x="0" y="2721428"/>
            <a:ext cx="12192000" cy="1156853"/>
          </a:xfrm>
          <a:prstGeom prst="rect">
            <a:avLst/>
          </a:prstGeom>
          <a:solidFill>
            <a:schemeClr val="tx2">
              <a:alpha val="80000"/>
            </a:schemeClr>
          </a:solidFill>
        </p:spPr>
        <p:txBody>
          <a:bodyPr lIns="251966" tIns="0" rIns="0" bIns="0" anchor="ctr" anchorCtr="0"/>
          <a:lstStyle>
            <a:lvl1pPr algn="l">
              <a:defRPr sz="3200" baseline="0">
                <a:solidFill>
                  <a:srgbClr val="FFFFFF"/>
                </a:solidFill>
              </a:defRPr>
            </a:lvl1pPr>
          </a:lstStyle>
          <a:p>
            <a:r>
              <a:rPr lang="en-US"/>
              <a:t>Click To Edit Section Title</a:t>
            </a:r>
          </a:p>
        </p:txBody>
      </p:sp>
      <p:sp>
        <p:nvSpPr>
          <p:cNvPr id="13" name="Text Placeholder 9"/>
          <p:cNvSpPr>
            <a:spLocks noGrp="1"/>
          </p:cNvSpPr>
          <p:nvPr>
            <p:ph type="body" sz="quarter" idx="11" hasCustomPrompt="1"/>
          </p:nvPr>
        </p:nvSpPr>
        <p:spPr>
          <a:xfrm>
            <a:off x="0" y="3867184"/>
            <a:ext cx="12192000" cy="497417"/>
          </a:xfrm>
          <a:prstGeom prst="rect">
            <a:avLst/>
          </a:prstGeom>
          <a:solidFill>
            <a:schemeClr val="tx2"/>
          </a:solidFill>
        </p:spPr>
        <p:txBody>
          <a:bodyPr lIns="251966" tIns="0" rIns="0" bIns="0" anchor="ctr" anchorCtr="0"/>
          <a:lstStyle>
            <a:lvl1pPr marL="0" indent="0">
              <a:buNone/>
              <a:defRPr sz="1600" baseline="0">
                <a:solidFill>
                  <a:schemeClr val="bg1"/>
                </a:solidFill>
              </a:defRPr>
            </a:lvl1pPr>
          </a:lstStyle>
          <a:p>
            <a:pPr lvl="0"/>
            <a:r>
              <a:rPr lang="en-US"/>
              <a:t>Click To Edit Optional Subtitle</a:t>
            </a:r>
          </a:p>
        </p:txBody>
      </p:sp>
      <p:sp>
        <p:nvSpPr>
          <p:cNvPr id="10" name="Picture Placeholder 5"/>
          <p:cNvSpPr>
            <a:spLocks noGrp="1"/>
          </p:cNvSpPr>
          <p:nvPr>
            <p:ph type="pic" sz="quarter" idx="10" hasCustomPrompt="1"/>
          </p:nvPr>
        </p:nvSpPr>
        <p:spPr>
          <a:xfrm>
            <a:off x="0" y="0"/>
            <a:ext cx="12192000" cy="6858000"/>
          </a:xfrm>
          <a:prstGeom prst="rect">
            <a:avLst/>
          </a:prstGeom>
          <a:solidFill>
            <a:srgbClr val="8E8F93">
              <a:alpha val="20000"/>
            </a:srgbClr>
          </a:solidFill>
        </p:spPr>
        <p:txBody>
          <a:bodyPr/>
          <a:lstStyle>
            <a:lvl1pPr marL="0" indent="0">
              <a:buNone/>
              <a:defRPr sz="1867" b="1">
                <a:solidFill>
                  <a:schemeClr val="accent6"/>
                </a:solidFill>
              </a:defRPr>
            </a:lvl1pPr>
          </a:lstStyle>
          <a:p>
            <a:r>
              <a:rPr lang="en-US"/>
              <a:t>Drag your image here (drop on the picture icon) and remember to send this box to the “back” so that the green dividing line is visually on top of the image.</a:t>
            </a:r>
          </a:p>
        </p:txBody>
      </p:sp>
    </p:spTree>
    <p:extLst>
      <p:ext uri="{BB962C8B-B14F-4D97-AF65-F5344CB8AC3E}">
        <p14:creationId xmlns:p14="http://schemas.microsoft.com/office/powerpoint/2010/main" val="30461255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24318-51E0-FB57-8C9B-126DAB7672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4EB0BD-3AB5-4083-ABE2-9D8202BE03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4C65172-1506-530D-2569-FA700D5E4924}"/>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FEDC5901-C77B-1AE1-CECD-28E00BFC8E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CE99D9-7B61-FB1F-273A-54ECDB52C79A}"/>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11478855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14D13-4D29-70EE-735A-CC0DABCFF1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4A4883-95B4-5200-9624-E8B5DBD589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2465E8-E84C-2F6F-F119-2016EEB4F01A}"/>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87123E74-0A43-805A-C717-B4591F3201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3749C0-B3E9-C41D-5DE1-3E539F0749A4}"/>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15950395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8CCE5-1456-8361-4036-29409AFEFC31}"/>
              </a:ext>
            </a:extLst>
          </p:cNvPr>
          <p:cNvSpPr>
            <a:spLocks noGrp="1"/>
          </p:cNvSpPr>
          <p:nvPr>
            <p:ph type="dt" sz="half" idx="10"/>
          </p:nvPr>
        </p:nvSpPr>
        <p:spPr/>
        <p:txBody>
          <a:bodyPr/>
          <a:lstStyle/>
          <a:p>
            <a:fld id="{8472DD60-DFB4-480A-AE84-05B5A5FE865B}" type="datetimeFigureOut">
              <a:rPr lang="en-IN" smtClean="0"/>
              <a:t>30-08-2026</a:t>
            </a:fld>
            <a:endParaRPr lang="en-IN"/>
          </a:p>
        </p:txBody>
      </p:sp>
      <p:sp>
        <p:nvSpPr>
          <p:cNvPr id="3" name="Footer Placeholder 2">
            <a:extLst>
              <a:ext uri="{FF2B5EF4-FFF2-40B4-BE49-F238E27FC236}">
                <a16:creationId xmlns:a16="http://schemas.microsoft.com/office/drawing/2014/main" id="{7EBFC49C-3304-81E1-5CBB-A41B38D8D2C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9DD443-00C8-0820-B70D-9FD232C5A74E}"/>
              </a:ext>
            </a:extLst>
          </p:cNvPr>
          <p:cNvSpPr>
            <a:spLocks noGrp="1"/>
          </p:cNvSpPr>
          <p:nvPr>
            <p:ph type="sldNum" sz="quarter" idx="12"/>
          </p:nvPr>
        </p:nvSpPr>
        <p:spPr/>
        <p:txBody>
          <a:bodyPr/>
          <a:lstStyle/>
          <a:p>
            <a:fld id="{8E155558-34CA-421C-95A1-5113DE787655}" type="slidenum">
              <a:rPr lang="en-IN" smtClean="0"/>
              <a:t>‹#›</a:t>
            </a:fld>
            <a:endParaRPr lang="en-IN"/>
          </a:p>
        </p:txBody>
      </p:sp>
    </p:spTree>
    <p:extLst>
      <p:ext uri="{BB962C8B-B14F-4D97-AF65-F5344CB8AC3E}">
        <p14:creationId xmlns:p14="http://schemas.microsoft.com/office/powerpoint/2010/main" val="1689522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3.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image" Target="../media/image1.png"/><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theme" Target="../theme/theme2.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5E8B0D-CBAB-AB73-D046-5C29760F79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A58370-2670-9924-FD2F-DB9ADA0748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BF3D6A-35AE-5787-25C8-CFD5564AEB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72DD60-DFB4-480A-AE84-05B5A5FE865B}" type="datetimeFigureOut">
              <a:rPr lang="en-IN" smtClean="0"/>
              <a:t>30-08-2026</a:t>
            </a:fld>
            <a:endParaRPr lang="en-IN"/>
          </a:p>
        </p:txBody>
      </p:sp>
      <p:sp>
        <p:nvSpPr>
          <p:cNvPr id="5" name="Footer Placeholder 4">
            <a:extLst>
              <a:ext uri="{FF2B5EF4-FFF2-40B4-BE49-F238E27FC236}">
                <a16:creationId xmlns:a16="http://schemas.microsoft.com/office/drawing/2014/main" id="{A42EC8F8-EF6C-4BB4-48F9-DB7D80FEEB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CCF8A4F-B6DB-D66D-6C21-26F52FF8E6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155558-34CA-421C-95A1-5113DE787655}" type="slidenum">
              <a:rPr lang="en-IN" smtClean="0"/>
              <a:t>‹#›</a:t>
            </a:fld>
            <a:endParaRPr lang="en-IN"/>
          </a:p>
        </p:txBody>
      </p:sp>
      <p:sp>
        <p:nvSpPr>
          <p:cNvPr id="7" name="MSIPCMContentMarking" descr="{&quot;HashCode&quot;:401048902,&quot;Placement&quot;:&quot;Footer&quot;,&quot;Top&quot;:525.346863,&quot;Left&quot;:462.094818,&quot;SlideWidth&quot;:960,&quot;SlideHeight&quot;:540}">
            <a:extLst>
              <a:ext uri="{FF2B5EF4-FFF2-40B4-BE49-F238E27FC236}">
                <a16:creationId xmlns:a16="http://schemas.microsoft.com/office/drawing/2014/main" id="{3A145A5A-3C9D-46EA-C83F-CB29D5BA949E}"/>
              </a:ext>
            </a:extLst>
          </p:cNvPr>
          <p:cNvSpPr txBox="1"/>
          <p:nvPr userDrawn="1"/>
        </p:nvSpPr>
        <p:spPr>
          <a:xfrm>
            <a:off x="5868604" y="6671905"/>
            <a:ext cx="454791" cy="186095"/>
          </a:xfrm>
          <a:prstGeom prst="rect">
            <a:avLst/>
          </a:prstGeom>
          <a:noFill/>
        </p:spPr>
        <p:txBody>
          <a:bodyPr vert="horz" wrap="square" lIns="0" tIns="0" rIns="0" bIns="0" rtlCol="0" anchor="ctr" anchorCtr="1">
            <a:spAutoFit/>
          </a:bodyPr>
          <a:lstStyle/>
          <a:p>
            <a:pPr algn="ctr">
              <a:spcBef>
                <a:spcPts val="0"/>
              </a:spcBef>
              <a:spcAft>
                <a:spcPts val="0"/>
              </a:spcAft>
            </a:pPr>
            <a:r>
              <a:rPr lang="en-IN" sz="600">
                <a:solidFill>
                  <a:srgbClr val="626469"/>
                </a:solidFill>
                <a:latin typeface="Arial" panose="020B0604020202020204" pitchFamily="34" charset="0"/>
              </a:rPr>
              <a:t>Internal</a:t>
            </a:r>
          </a:p>
        </p:txBody>
      </p:sp>
    </p:spTree>
    <p:extLst>
      <p:ext uri="{BB962C8B-B14F-4D97-AF65-F5344CB8AC3E}">
        <p14:creationId xmlns:p14="http://schemas.microsoft.com/office/powerpoint/2010/main" val="14433587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74" r:id="rId13"/>
    <p:sldLayoutId id="214748367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4077" y="306917"/>
            <a:ext cx="11511375" cy="492443"/>
          </a:xfrm>
          <a:prstGeom prst="rect">
            <a:avLst/>
          </a:prstGeom>
        </p:spPr>
        <p:txBody>
          <a:bodyPr vert="horz" lIns="0" tIns="0" rIns="0" bIns="0" rtlCol="0" anchor="t">
            <a:noAutofit/>
          </a:bodyPr>
          <a:lstStyle/>
          <a:p>
            <a:r>
              <a:rPr lang="en-US"/>
              <a:t>Click To Edit Title</a:t>
            </a:r>
          </a:p>
        </p:txBody>
      </p:sp>
      <p:sp>
        <p:nvSpPr>
          <p:cNvPr id="11" name="Text Placeholder 2"/>
          <p:cNvSpPr>
            <a:spLocks noGrp="1"/>
          </p:cNvSpPr>
          <p:nvPr>
            <p:ph type="body" idx="1"/>
          </p:nvPr>
        </p:nvSpPr>
        <p:spPr>
          <a:xfrm>
            <a:off x="336553" y="1604435"/>
            <a:ext cx="11518900" cy="423544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5"/>
          <p:cNvSpPr>
            <a:spLocks noGrp="1"/>
          </p:cNvSpPr>
          <p:nvPr>
            <p:ph type="sldNum" sz="quarter" idx="4"/>
          </p:nvPr>
        </p:nvSpPr>
        <p:spPr>
          <a:xfrm>
            <a:off x="2330521" y="6476207"/>
            <a:ext cx="700920" cy="123111"/>
          </a:xfrm>
          <a:prstGeom prst="rect">
            <a:avLst/>
          </a:prstGeom>
        </p:spPr>
        <p:txBody>
          <a:bodyPr vert="horz" lIns="0" tIns="0" rIns="0" bIns="0" rtlCol="0" anchor="ctr">
            <a:spAutoFit/>
          </a:bodyPr>
          <a:lstStyle>
            <a:lvl1pPr algn="l">
              <a:defRPr sz="800">
                <a:solidFill>
                  <a:schemeClr val="bg2"/>
                </a:solidFill>
                <a:latin typeface="Arial"/>
                <a:cs typeface="Arial"/>
              </a:defRPr>
            </a:lvl1pPr>
          </a:lstStyle>
          <a:p>
            <a:r>
              <a:rPr lang="en-US"/>
              <a:t>Page </a:t>
            </a:r>
            <a:fld id="{5A9C12DC-491F-9444-86A2-13AC5C62A2FC}" type="slidenum">
              <a:rPr lang="en-US" smtClean="0"/>
              <a:pPr/>
              <a:t>‹#›</a:t>
            </a:fld>
            <a:endParaRPr lang="en-US"/>
          </a:p>
        </p:txBody>
      </p:sp>
      <p:sp>
        <p:nvSpPr>
          <p:cNvPr id="13" name="Footer Placeholder 4"/>
          <p:cNvSpPr>
            <a:spLocks noGrp="1"/>
          </p:cNvSpPr>
          <p:nvPr>
            <p:ph type="ftr" sz="quarter" idx="3"/>
          </p:nvPr>
        </p:nvSpPr>
        <p:spPr>
          <a:xfrm>
            <a:off x="336551" y="6476207"/>
            <a:ext cx="2013023" cy="123111"/>
          </a:xfrm>
          <a:prstGeom prst="rect">
            <a:avLst/>
          </a:prstGeom>
        </p:spPr>
        <p:txBody>
          <a:bodyPr vert="horz" wrap="square" lIns="0" tIns="0" rIns="0" bIns="0" rtlCol="0" anchor="ctr">
            <a:spAutoFit/>
          </a:bodyPr>
          <a:lstStyle>
            <a:lvl1pPr algn="l">
              <a:defRPr sz="800">
                <a:solidFill>
                  <a:schemeClr val="accent1"/>
                </a:solidFill>
                <a:latin typeface="Arial"/>
                <a:cs typeface="Arial"/>
              </a:defRPr>
            </a:lvl1pPr>
          </a:lstStyle>
          <a:p>
            <a:r>
              <a:rPr lang="en-US"/>
              <a:t>Confidential Property of Schneider Electric |</a:t>
            </a:r>
          </a:p>
        </p:txBody>
      </p:sp>
      <p:pic>
        <p:nvPicPr>
          <p:cNvPr id="7" name="Picture 6" descr="schneider_LIO_Life-Green_RGB.png"/>
          <p:cNvPicPr>
            <a:picLocks noChangeAspect="1"/>
          </p:cNvPicPr>
          <p:nvPr/>
        </p:nvPicPr>
        <p:blipFill>
          <a:blip r:embed="rId12" cstate="print"/>
          <a:stretch>
            <a:fillRect/>
          </a:stretch>
        </p:blipFill>
        <p:spPr>
          <a:xfrm>
            <a:off x="9422712" y="5993330"/>
            <a:ext cx="2722397" cy="750604"/>
          </a:xfrm>
          <a:prstGeom prst="rect">
            <a:avLst/>
          </a:prstGeom>
        </p:spPr>
      </p:pic>
      <p:sp>
        <p:nvSpPr>
          <p:cNvPr id="4" name="TextBox 3">
            <a:extLst>
              <a:ext uri="{FF2B5EF4-FFF2-40B4-BE49-F238E27FC236}">
                <a16:creationId xmlns:a16="http://schemas.microsoft.com/office/drawing/2014/main" id="{08355A0F-10E6-465C-8BD7-700E3BAEE013}"/>
              </a:ext>
            </a:extLst>
          </p:cNvPr>
          <p:cNvSpPr txBox="1"/>
          <p:nvPr>
            <p:extLst>
              <p:ext uri="{1162E1C5-73C7-4A58-AE30-91384D911F3F}">
                <p184:classification xmlns:p184="http://schemas.microsoft.com/office/powerpoint/2018/4/main" val="ftr"/>
              </p:ext>
            </p:extLst>
          </p:nvPr>
        </p:nvSpPr>
        <p:spPr>
          <a:xfrm>
            <a:off x="5973763" y="6766560"/>
            <a:ext cx="261937" cy="91440"/>
          </a:xfrm>
          <a:prstGeom prst="rect">
            <a:avLst/>
          </a:prstGeom>
        </p:spPr>
        <p:txBody>
          <a:bodyPr horzOverflow="overflow" lIns="0" tIns="0" rIns="0" bIns="0">
            <a:spAutoFit/>
          </a:bodyPr>
          <a:lstStyle/>
          <a:p>
            <a:pPr algn="l"/>
            <a:r>
              <a:rPr lang="en-US" sz="600">
                <a:solidFill>
                  <a:srgbClr val="626469"/>
                </a:solidFill>
                <a:latin typeface="Calibri" panose="020F0502020204030204" pitchFamily="34" charset="0"/>
                <a:cs typeface="Calibri" panose="020F0502020204030204" pitchFamily="34" charset="0"/>
              </a:rPr>
              <a:t>General</a:t>
            </a:r>
          </a:p>
        </p:txBody>
      </p:sp>
      <p:pic>
        <p:nvPicPr>
          <p:cNvPr id="16" name="Picture 15">
            <a:extLst>
              <a:ext uri="{FF2B5EF4-FFF2-40B4-BE49-F238E27FC236}">
                <a16:creationId xmlns:a16="http://schemas.microsoft.com/office/drawing/2014/main" id="{4FC76ADC-826A-E4B6-2C6C-6F69DCC8C958}"/>
              </a:ext>
            </a:extLst>
          </p:cNvPr>
          <p:cNvPicPr>
            <a:picLocks noChangeAspect="1"/>
          </p:cNvPicPr>
          <p:nvPr userDrawn="1"/>
        </p:nvPicPr>
        <p:blipFill>
          <a:blip r:embed="rId13"/>
          <a:stretch>
            <a:fillRect/>
          </a:stretch>
        </p:blipFill>
        <p:spPr>
          <a:xfrm>
            <a:off x="9903507" y="4612"/>
            <a:ext cx="2280102" cy="542591"/>
          </a:xfrm>
          <a:prstGeom prst="rect">
            <a:avLst/>
          </a:prstGeom>
        </p:spPr>
      </p:pic>
    </p:spTree>
    <p:extLst>
      <p:ext uri="{BB962C8B-B14F-4D97-AF65-F5344CB8AC3E}">
        <p14:creationId xmlns:p14="http://schemas.microsoft.com/office/powerpoint/2010/main" val="393297090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Lst>
  <p:hf hdr="0" dt="0"/>
  <p:txStyles>
    <p:titleStyle>
      <a:lvl1pPr algn="l" defTabSz="609563" rtl="0" eaLnBrk="1" latinLnBrk="0" hangingPunct="1">
        <a:spcBef>
          <a:spcPct val="0"/>
        </a:spcBef>
        <a:buNone/>
        <a:defRPr sz="3200" kern="1200">
          <a:solidFill>
            <a:srgbClr val="36C746"/>
          </a:solidFill>
          <a:latin typeface="Arial"/>
          <a:ea typeface="+mj-ea"/>
          <a:cs typeface="Arial"/>
        </a:defRPr>
      </a:lvl1pPr>
    </p:titleStyle>
    <p:bodyStyle>
      <a:lvl1pPr marL="230704" indent="-209539" algn="l" defTabSz="609563" rtl="0" eaLnBrk="1" latinLnBrk="0" hangingPunct="1">
        <a:spcBef>
          <a:spcPts val="667"/>
        </a:spcBef>
        <a:spcAft>
          <a:spcPts val="667"/>
        </a:spcAft>
        <a:buClr>
          <a:schemeClr val="bg2"/>
        </a:buClr>
        <a:buFont typeface="Arial" panose="020B0604020202020204" pitchFamily="34" charset="0"/>
        <a:buNone/>
        <a:defRPr sz="2000" kern="1200">
          <a:solidFill>
            <a:schemeClr val="accent1"/>
          </a:solidFill>
          <a:latin typeface="Arial"/>
          <a:ea typeface="+mn-ea"/>
          <a:cs typeface="Arial"/>
        </a:defRPr>
      </a:lvl1pPr>
      <a:lvl2pPr marL="482572" indent="-243403" algn="l" defTabSz="596864" rtl="0" eaLnBrk="1" latinLnBrk="0" hangingPunct="1">
        <a:spcBef>
          <a:spcPts val="667"/>
        </a:spcBef>
        <a:spcAft>
          <a:spcPts val="667"/>
        </a:spcAft>
        <a:buClr>
          <a:srgbClr val="36C746"/>
        </a:buClr>
        <a:buFont typeface="Arial" pitchFamily="34" charset="0"/>
        <a:buChar char="•"/>
        <a:defRPr sz="1867" kern="1200">
          <a:solidFill>
            <a:schemeClr val="accent1"/>
          </a:solidFill>
          <a:latin typeface="Arial"/>
          <a:ea typeface="+mn-ea"/>
          <a:cs typeface="Arial"/>
        </a:defRPr>
      </a:lvl2pPr>
      <a:lvl3pPr marL="717507" indent="-239170" algn="l" defTabSz="609563" rtl="0" eaLnBrk="1" latinLnBrk="0" hangingPunct="1">
        <a:spcBef>
          <a:spcPts val="667"/>
        </a:spcBef>
        <a:spcAft>
          <a:spcPts val="667"/>
        </a:spcAft>
        <a:buClr>
          <a:srgbClr val="36C746"/>
        </a:buClr>
        <a:buFont typeface="Arial" pitchFamily="34" charset="0"/>
        <a:buChar char="‒"/>
        <a:defRPr sz="1733" kern="1200">
          <a:solidFill>
            <a:schemeClr val="accent1"/>
          </a:solidFill>
          <a:latin typeface="Arial"/>
          <a:ea typeface="+mn-ea"/>
          <a:cs typeface="Arial"/>
        </a:defRPr>
      </a:lvl3pPr>
      <a:lvl4pPr marL="958793" indent="-239170" algn="l" defTabSz="609563" rtl="0" eaLnBrk="1" latinLnBrk="0" hangingPunct="1">
        <a:spcBef>
          <a:spcPts val="667"/>
        </a:spcBef>
        <a:spcAft>
          <a:spcPts val="667"/>
        </a:spcAft>
        <a:buClr>
          <a:srgbClr val="36C746"/>
        </a:buClr>
        <a:buFont typeface="Arial" panose="020B0604020202020204" pitchFamily="34" charset="0"/>
        <a:buChar char="–"/>
        <a:defRPr sz="1600" kern="1200">
          <a:solidFill>
            <a:schemeClr val="accent1"/>
          </a:solidFill>
          <a:latin typeface="Arial"/>
          <a:ea typeface="+mn-ea"/>
          <a:cs typeface="Arial"/>
        </a:defRPr>
      </a:lvl4pPr>
      <a:lvl5pPr marL="1195845" indent="-247635" algn="l" defTabSz="609563" rtl="0" eaLnBrk="1" latinLnBrk="0" hangingPunct="1">
        <a:spcBef>
          <a:spcPts val="667"/>
        </a:spcBef>
        <a:spcAft>
          <a:spcPts val="667"/>
        </a:spcAft>
        <a:buClr>
          <a:srgbClr val="36C746"/>
        </a:buClr>
        <a:buFont typeface="Arial" panose="020B0604020202020204" pitchFamily="34" charset="0"/>
        <a:buChar char="–"/>
        <a:defRPr sz="1333" kern="1200">
          <a:solidFill>
            <a:schemeClr val="accent1"/>
          </a:solidFill>
          <a:latin typeface="Arial"/>
          <a:ea typeface="+mn-ea"/>
          <a:cs typeface="Arial"/>
        </a:defRPr>
      </a:lvl5pPr>
      <a:lvl6pPr marL="1194743" indent="-243826" algn="l" defTabSz="609563" rtl="0" eaLnBrk="1" latinLnBrk="0" hangingPunct="1">
        <a:spcBef>
          <a:spcPts val="667"/>
        </a:spcBef>
        <a:spcAft>
          <a:spcPts val="667"/>
        </a:spcAft>
        <a:buClr>
          <a:schemeClr val="bg2"/>
        </a:buClr>
        <a:buFont typeface="Arial" panose="020B0604020202020204" pitchFamily="34" charset="0"/>
        <a:buChar char="–"/>
        <a:defRPr sz="1333" kern="1200" baseline="0">
          <a:solidFill>
            <a:schemeClr val="accent1"/>
          </a:solidFill>
          <a:latin typeface="Arial" panose="020B0604020202020204" pitchFamily="34" charset="0"/>
          <a:ea typeface="+mn-ea"/>
          <a:cs typeface="Arial" panose="020B0604020202020204" pitchFamily="34" charset="0"/>
        </a:defRPr>
      </a:lvl6pPr>
      <a:lvl7pPr marL="1194743" indent="-243826" algn="l" defTabSz="609563" rtl="0" eaLnBrk="1" latinLnBrk="0" hangingPunct="1">
        <a:spcBef>
          <a:spcPts val="667"/>
        </a:spcBef>
        <a:spcAft>
          <a:spcPts val="667"/>
        </a:spcAft>
        <a:buClr>
          <a:schemeClr val="bg2"/>
        </a:buClr>
        <a:buFont typeface="Arial" panose="020B0604020202020204" pitchFamily="34" charset="0"/>
        <a:buChar char="–"/>
        <a:defRPr sz="1200" kern="1200">
          <a:solidFill>
            <a:schemeClr val="accent1"/>
          </a:solidFill>
          <a:latin typeface="Arial" panose="020B0604020202020204" pitchFamily="34" charset="0"/>
          <a:ea typeface="+mn-ea"/>
          <a:cs typeface="Arial" panose="020B0604020202020204" pitchFamily="34" charset="0"/>
        </a:defRPr>
      </a:lvl7pPr>
      <a:lvl8pPr marL="4571724" indent="-304782" algn="l" defTabSz="609563" rtl="0" eaLnBrk="1" latinLnBrk="0" hangingPunct="1">
        <a:spcBef>
          <a:spcPct val="20000"/>
        </a:spcBef>
        <a:buFont typeface="Arial"/>
        <a:buChar char="•"/>
        <a:defRPr sz="2667" kern="1200">
          <a:solidFill>
            <a:schemeClr val="tx1"/>
          </a:solidFill>
          <a:latin typeface="+mn-lt"/>
          <a:ea typeface="+mn-ea"/>
          <a:cs typeface="+mn-cs"/>
        </a:defRPr>
      </a:lvl8pPr>
      <a:lvl9pPr marL="5181288" indent="-304782" algn="l" defTabSz="609563"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63" rtl="0" eaLnBrk="1" latinLnBrk="0" hangingPunct="1">
        <a:defRPr sz="2400" kern="1200">
          <a:solidFill>
            <a:schemeClr val="tx1"/>
          </a:solidFill>
          <a:latin typeface="+mn-lt"/>
          <a:ea typeface="+mn-ea"/>
          <a:cs typeface="+mn-cs"/>
        </a:defRPr>
      </a:lvl1pPr>
      <a:lvl2pPr marL="609563" algn="l" defTabSz="609563" rtl="0" eaLnBrk="1" latinLnBrk="0" hangingPunct="1">
        <a:defRPr sz="2400" kern="1200">
          <a:solidFill>
            <a:schemeClr val="tx1"/>
          </a:solidFill>
          <a:latin typeface="+mn-lt"/>
          <a:ea typeface="+mn-ea"/>
          <a:cs typeface="+mn-cs"/>
        </a:defRPr>
      </a:lvl2pPr>
      <a:lvl3pPr marL="1219126" algn="l" defTabSz="609563" rtl="0" eaLnBrk="1" latinLnBrk="0" hangingPunct="1">
        <a:defRPr sz="2400" kern="1200">
          <a:solidFill>
            <a:schemeClr val="tx1"/>
          </a:solidFill>
          <a:latin typeface="+mn-lt"/>
          <a:ea typeface="+mn-ea"/>
          <a:cs typeface="+mn-cs"/>
        </a:defRPr>
      </a:lvl3pPr>
      <a:lvl4pPr marL="1828690" algn="l" defTabSz="609563" rtl="0" eaLnBrk="1" latinLnBrk="0" hangingPunct="1">
        <a:defRPr sz="2400" kern="1200">
          <a:solidFill>
            <a:schemeClr val="tx1"/>
          </a:solidFill>
          <a:latin typeface="+mn-lt"/>
          <a:ea typeface="+mn-ea"/>
          <a:cs typeface="+mn-cs"/>
        </a:defRPr>
      </a:lvl4pPr>
      <a:lvl5pPr marL="2438254" algn="l" defTabSz="609563" rtl="0" eaLnBrk="1" latinLnBrk="0" hangingPunct="1">
        <a:defRPr sz="2400" kern="1200">
          <a:solidFill>
            <a:schemeClr val="tx1"/>
          </a:solidFill>
          <a:latin typeface="+mn-lt"/>
          <a:ea typeface="+mn-ea"/>
          <a:cs typeface="+mn-cs"/>
        </a:defRPr>
      </a:lvl5pPr>
      <a:lvl6pPr marL="3047816" algn="l" defTabSz="609563" rtl="0" eaLnBrk="1" latinLnBrk="0" hangingPunct="1">
        <a:defRPr sz="2400" kern="1200">
          <a:solidFill>
            <a:schemeClr val="tx1"/>
          </a:solidFill>
          <a:latin typeface="+mn-lt"/>
          <a:ea typeface="+mn-ea"/>
          <a:cs typeface="+mn-cs"/>
        </a:defRPr>
      </a:lvl6pPr>
      <a:lvl7pPr marL="3657379" algn="l" defTabSz="609563" rtl="0" eaLnBrk="1" latinLnBrk="0" hangingPunct="1">
        <a:defRPr sz="2400" kern="1200">
          <a:solidFill>
            <a:schemeClr val="tx1"/>
          </a:solidFill>
          <a:latin typeface="+mn-lt"/>
          <a:ea typeface="+mn-ea"/>
          <a:cs typeface="+mn-cs"/>
        </a:defRPr>
      </a:lvl7pPr>
      <a:lvl8pPr marL="4266943" algn="l" defTabSz="609563" rtl="0" eaLnBrk="1" latinLnBrk="0" hangingPunct="1">
        <a:defRPr sz="2400" kern="1200">
          <a:solidFill>
            <a:schemeClr val="tx1"/>
          </a:solidFill>
          <a:latin typeface="+mn-lt"/>
          <a:ea typeface="+mn-ea"/>
          <a:cs typeface="+mn-cs"/>
        </a:defRPr>
      </a:lvl8pPr>
      <a:lvl9pPr marL="4876506" algn="l" defTabSz="609563"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A picture containing text, laser&#10;&#10;Description automatically generated">
            <a:extLst>
              <a:ext uri="{FF2B5EF4-FFF2-40B4-BE49-F238E27FC236}">
                <a16:creationId xmlns:a16="http://schemas.microsoft.com/office/drawing/2014/main" id="{1F805947-2809-458A-A62B-BC9D236504C3}"/>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4898" b="4898"/>
          <a:stretch>
            <a:fillRect/>
          </a:stretch>
        </p:blipFill>
        <p:spPr>
          <a:xfrm>
            <a:off x="0" y="-1"/>
            <a:ext cx="12192000" cy="3539807"/>
          </a:xfrm>
        </p:spPr>
      </p:pic>
      <p:sp>
        <p:nvSpPr>
          <p:cNvPr id="7" name="Title 6">
            <a:extLst>
              <a:ext uri="{FF2B5EF4-FFF2-40B4-BE49-F238E27FC236}">
                <a16:creationId xmlns:a16="http://schemas.microsoft.com/office/drawing/2014/main" id="{A03D5460-A555-4D54-8A91-F9384439CB30}"/>
              </a:ext>
            </a:extLst>
          </p:cNvPr>
          <p:cNvSpPr>
            <a:spLocks noGrp="1"/>
          </p:cNvSpPr>
          <p:nvPr>
            <p:ph type="ctrTitle"/>
          </p:nvPr>
        </p:nvSpPr>
        <p:spPr>
          <a:xfrm>
            <a:off x="223516" y="2275198"/>
            <a:ext cx="11565163" cy="738664"/>
          </a:xfrm>
        </p:spPr>
        <p:txBody>
          <a:bodyPr/>
          <a:lstStyle/>
          <a:p>
            <a:pPr algn="ctr"/>
            <a:r>
              <a:rPr lang="en-US" dirty="0"/>
              <a:t>University Hackathon </a:t>
            </a:r>
          </a:p>
        </p:txBody>
      </p:sp>
      <p:sp>
        <p:nvSpPr>
          <p:cNvPr id="2" name="Slide Number Placeholder 1">
            <a:extLst>
              <a:ext uri="{FF2B5EF4-FFF2-40B4-BE49-F238E27FC236}">
                <a16:creationId xmlns:a16="http://schemas.microsoft.com/office/drawing/2014/main" id="{09988E0E-8790-4A95-86E1-214B6055A162}"/>
              </a:ext>
            </a:extLst>
          </p:cNvPr>
          <p:cNvSpPr>
            <a:spLocks noGrp="1"/>
          </p:cNvSpPr>
          <p:nvPr>
            <p:ph type="sldNum" sz="quarter" idx="4294967295"/>
          </p:nvPr>
        </p:nvSpPr>
        <p:spPr>
          <a:xfrm>
            <a:off x="0" y="6477000"/>
            <a:ext cx="701675" cy="122238"/>
          </a:xfrm>
        </p:spPr>
        <p:txBody>
          <a:bodyPr/>
          <a:lstStyle/>
          <a:p>
            <a:r>
              <a:rPr lang="en-US"/>
              <a:t>Page </a:t>
            </a:r>
            <a:fld id="{5A9C12DC-491F-9444-86A2-13AC5C62A2FC}" type="slidenum">
              <a:rPr lang="en-US" smtClean="0"/>
              <a:pPr/>
              <a:t>1</a:t>
            </a:fld>
            <a:endParaRPr lang="en-US"/>
          </a:p>
        </p:txBody>
      </p:sp>
      <p:sp>
        <p:nvSpPr>
          <p:cNvPr id="19" name="TextBox 18">
            <a:extLst>
              <a:ext uri="{FF2B5EF4-FFF2-40B4-BE49-F238E27FC236}">
                <a16:creationId xmlns:a16="http://schemas.microsoft.com/office/drawing/2014/main" id="{EE5A885F-0D18-014B-EA44-E8C5CF705607}"/>
              </a:ext>
            </a:extLst>
          </p:cNvPr>
          <p:cNvSpPr txBox="1"/>
          <p:nvPr/>
        </p:nvSpPr>
        <p:spPr>
          <a:xfrm>
            <a:off x="4058334" y="3791237"/>
            <a:ext cx="6094070" cy="461665"/>
          </a:xfrm>
          <a:prstGeom prst="rect">
            <a:avLst/>
          </a:prstGeom>
          <a:noFill/>
        </p:spPr>
        <p:txBody>
          <a:bodyPr wrap="square">
            <a:spAutoFit/>
          </a:bodyPr>
          <a:lstStyle/>
          <a:p>
            <a:r>
              <a:rPr lang="en-US" sz="2400" b="1" dirty="0">
                <a:highlight>
                  <a:srgbClr val="FFFF00"/>
                </a:highlight>
                <a:latin typeface="Cambria" panose="02040503050406030204" pitchFamily="18" charset="0"/>
                <a:ea typeface="Cambria" panose="02040503050406030204" pitchFamily="18" charset="0"/>
              </a:rPr>
              <a:t>Team Name : &lt;Team Name&gt;</a:t>
            </a:r>
          </a:p>
        </p:txBody>
      </p:sp>
      <p:grpSp>
        <p:nvGrpSpPr>
          <p:cNvPr id="22" name="Group 21">
            <a:extLst>
              <a:ext uri="{FF2B5EF4-FFF2-40B4-BE49-F238E27FC236}">
                <a16:creationId xmlns:a16="http://schemas.microsoft.com/office/drawing/2014/main" id="{7417CAB3-6003-621D-0306-A470D2BDB07C}"/>
              </a:ext>
            </a:extLst>
          </p:cNvPr>
          <p:cNvGrpSpPr/>
          <p:nvPr/>
        </p:nvGrpSpPr>
        <p:grpSpPr>
          <a:xfrm>
            <a:off x="350836" y="4611806"/>
            <a:ext cx="2623857" cy="746729"/>
            <a:chOff x="165445" y="1068370"/>
            <a:chExt cx="2623857" cy="746729"/>
          </a:xfrm>
        </p:grpSpPr>
        <p:sp>
          <p:nvSpPr>
            <p:cNvPr id="23" name="Rectangle 22">
              <a:extLst>
                <a:ext uri="{FF2B5EF4-FFF2-40B4-BE49-F238E27FC236}">
                  <a16:creationId xmlns:a16="http://schemas.microsoft.com/office/drawing/2014/main" id="{48C2B75B-1471-F1FF-E114-EF62BCFF8976}"/>
                </a:ext>
              </a:extLst>
            </p:cNvPr>
            <p:cNvSpPr/>
            <p:nvPr/>
          </p:nvSpPr>
          <p:spPr>
            <a:xfrm>
              <a:off x="165446" y="1068370"/>
              <a:ext cx="2389534" cy="746729"/>
            </a:xfrm>
            <a:prstGeom prst="rect">
              <a:avLst/>
            </a:pr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24" name="TextBox 23">
              <a:extLst>
                <a:ext uri="{FF2B5EF4-FFF2-40B4-BE49-F238E27FC236}">
                  <a16:creationId xmlns:a16="http://schemas.microsoft.com/office/drawing/2014/main" id="{807447E9-F0A4-EAC6-34B8-F1361E1FF22A}"/>
                </a:ext>
              </a:extLst>
            </p:cNvPr>
            <p:cNvSpPr txBox="1"/>
            <p:nvPr/>
          </p:nvSpPr>
          <p:spPr>
            <a:xfrm>
              <a:off x="165445" y="1068370"/>
              <a:ext cx="2623857" cy="74672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05785" tIns="80010" rIns="80010" bIns="80010" numCol="1" spcCol="1270" anchor="ctr" anchorCtr="0">
              <a:noAutofit/>
            </a:bodyPr>
            <a:lstStyle/>
            <a:p>
              <a:pPr marL="0" lvl="0" indent="0" algn="l" defTabSz="933450">
                <a:lnSpc>
                  <a:spcPct val="90000"/>
                </a:lnSpc>
                <a:spcBef>
                  <a:spcPct val="0"/>
                </a:spcBef>
                <a:spcAft>
                  <a:spcPct val="35000"/>
                </a:spcAft>
                <a:buNone/>
              </a:pPr>
              <a:r>
                <a:rPr lang="en-IN" sz="2100" b="1" kern="1200" dirty="0">
                  <a:highlight>
                    <a:srgbClr val="FFFF00"/>
                  </a:highlight>
                </a:rPr>
                <a:t>Team Member-1 Name</a:t>
              </a:r>
            </a:p>
          </p:txBody>
        </p:sp>
      </p:grpSp>
      <p:grpSp>
        <p:nvGrpSpPr>
          <p:cNvPr id="25" name="Group 24">
            <a:extLst>
              <a:ext uri="{FF2B5EF4-FFF2-40B4-BE49-F238E27FC236}">
                <a16:creationId xmlns:a16="http://schemas.microsoft.com/office/drawing/2014/main" id="{C2896C9B-C73B-0535-FE0D-71FE3EC1C40E}"/>
              </a:ext>
            </a:extLst>
          </p:cNvPr>
          <p:cNvGrpSpPr/>
          <p:nvPr/>
        </p:nvGrpSpPr>
        <p:grpSpPr>
          <a:xfrm>
            <a:off x="8957637" y="4635037"/>
            <a:ext cx="2695688" cy="746729"/>
            <a:chOff x="165446" y="1068370"/>
            <a:chExt cx="2695688" cy="746729"/>
          </a:xfrm>
        </p:grpSpPr>
        <p:sp>
          <p:nvSpPr>
            <p:cNvPr id="26" name="Rectangle 25">
              <a:extLst>
                <a:ext uri="{FF2B5EF4-FFF2-40B4-BE49-F238E27FC236}">
                  <a16:creationId xmlns:a16="http://schemas.microsoft.com/office/drawing/2014/main" id="{18A70CC1-1E84-592B-D109-5B7542B2F192}"/>
                </a:ext>
              </a:extLst>
            </p:cNvPr>
            <p:cNvSpPr/>
            <p:nvPr/>
          </p:nvSpPr>
          <p:spPr>
            <a:xfrm>
              <a:off x="165446" y="1068370"/>
              <a:ext cx="2389534" cy="746729"/>
            </a:xfrm>
            <a:prstGeom prst="rect">
              <a:avLst/>
            </a:pr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27" name="TextBox 26">
              <a:extLst>
                <a:ext uri="{FF2B5EF4-FFF2-40B4-BE49-F238E27FC236}">
                  <a16:creationId xmlns:a16="http://schemas.microsoft.com/office/drawing/2014/main" id="{85E379D8-E333-8A82-A872-9BC4934B3129}"/>
                </a:ext>
              </a:extLst>
            </p:cNvPr>
            <p:cNvSpPr txBox="1"/>
            <p:nvPr/>
          </p:nvSpPr>
          <p:spPr>
            <a:xfrm>
              <a:off x="165446" y="1068370"/>
              <a:ext cx="2695688" cy="74672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05785" tIns="80010" rIns="80010" bIns="80010" numCol="1" spcCol="1270" anchor="ctr" anchorCtr="0">
              <a:noAutofit/>
            </a:bodyPr>
            <a:lstStyle/>
            <a:p>
              <a:pPr marL="0" lvl="0" indent="0" algn="l" defTabSz="933450">
                <a:lnSpc>
                  <a:spcPct val="90000"/>
                </a:lnSpc>
                <a:spcBef>
                  <a:spcPct val="0"/>
                </a:spcBef>
                <a:spcAft>
                  <a:spcPct val="35000"/>
                </a:spcAft>
                <a:buNone/>
              </a:pPr>
              <a:r>
                <a:rPr lang="en-IN" sz="2100" b="1" kern="1200" dirty="0">
                  <a:highlight>
                    <a:srgbClr val="FFFF00"/>
                  </a:highlight>
                </a:rPr>
                <a:t>Team Member-3 Name</a:t>
              </a:r>
            </a:p>
          </p:txBody>
        </p:sp>
      </p:grpSp>
      <p:grpSp>
        <p:nvGrpSpPr>
          <p:cNvPr id="28" name="Group 27">
            <a:extLst>
              <a:ext uri="{FF2B5EF4-FFF2-40B4-BE49-F238E27FC236}">
                <a16:creationId xmlns:a16="http://schemas.microsoft.com/office/drawing/2014/main" id="{00D62EB1-F3D4-100E-28A9-193FB669E3BC}"/>
              </a:ext>
            </a:extLst>
          </p:cNvPr>
          <p:cNvGrpSpPr/>
          <p:nvPr/>
        </p:nvGrpSpPr>
        <p:grpSpPr>
          <a:xfrm>
            <a:off x="4480616" y="4611805"/>
            <a:ext cx="2695688" cy="746729"/>
            <a:chOff x="165446" y="1068370"/>
            <a:chExt cx="2695688" cy="746729"/>
          </a:xfrm>
        </p:grpSpPr>
        <p:sp>
          <p:nvSpPr>
            <p:cNvPr id="29" name="Rectangle 28">
              <a:extLst>
                <a:ext uri="{FF2B5EF4-FFF2-40B4-BE49-F238E27FC236}">
                  <a16:creationId xmlns:a16="http://schemas.microsoft.com/office/drawing/2014/main" id="{6FBA9C08-E8B9-E705-C36A-4C4D48C604E3}"/>
                </a:ext>
              </a:extLst>
            </p:cNvPr>
            <p:cNvSpPr/>
            <p:nvPr/>
          </p:nvSpPr>
          <p:spPr>
            <a:xfrm>
              <a:off x="165446" y="1068370"/>
              <a:ext cx="2389534" cy="746729"/>
            </a:xfrm>
            <a:prstGeom prst="rect">
              <a:avLst/>
            </a:pr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30" name="TextBox 29">
              <a:extLst>
                <a:ext uri="{FF2B5EF4-FFF2-40B4-BE49-F238E27FC236}">
                  <a16:creationId xmlns:a16="http://schemas.microsoft.com/office/drawing/2014/main" id="{8F432028-04D8-63DA-00A2-3BB98D0DA0C8}"/>
                </a:ext>
              </a:extLst>
            </p:cNvPr>
            <p:cNvSpPr txBox="1"/>
            <p:nvPr/>
          </p:nvSpPr>
          <p:spPr>
            <a:xfrm>
              <a:off x="165446" y="1068370"/>
              <a:ext cx="2695688" cy="74672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505785" tIns="80010" rIns="80010" bIns="80010" numCol="1" spcCol="1270" anchor="ctr" anchorCtr="0">
              <a:noAutofit/>
            </a:bodyPr>
            <a:lstStyle/>
            <a:p>
              <a:pPr marL="0" lvl="0" indent="0" algn="l" defTabSz="933450">
                <a:lnSpc>
                  <a:spcPct val="90000"/>
                </a:lnSpc>
                <a:spcBef>
                  <a:spcPct val="0"/>
                </a:spcBef>
                <a:spcAft>
                  <a:spcPct val="35000"/>
                </a:spcAft>
                <a:buNone/>
              </a:pPr>
              <a:r>
                <a:rPr lang="en-IN" sz="2100" b="1" kern="1200" dirty="0">
                  <a:highlight>
                    <a:srgbClr val="FFFF00"/>
                  </a:highlight>
                </a:rPr>
                <a:t>Team Member-2 Name</a:t>
              </a:r>
            </a:p>
          </p:txBody>
        </p:sp>
      </p:grpSp>
    </p:spTree>
    <p:extLst>
      <p:ext uri="{BB962C8B-B14F-4D97-AF65-F5344CB8AC3E}">
        <p14:creationId xmlns:p14="http://schemas.microsoft.com/office/powerpoint/2010/main" val="2284951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0A4652-5AA3-4757-AD0B-B9C715CE78F5}"/>
              </a:ext>
            </a:extLst>
          </p:cNvPr>
          <p:cNvSpPr>
            <a:spLocks noGrp="1"/>
          </p:cNvSpPr>
          <p:nvPr>
            <p:ph type="sldNum" sz="quarter" idx="4"/>
          </p:nvPr>
        </p:nvSpPr>
        <p:spPr/>
        <p:txBody>
          <a:bodyPr/>
          <a:lstStyle/>
          <a:p>
            <a:r>
              <a:rPr lang="en-US"/>
              <a:t>Page </a:t>
            </a:r>
            <a:fld id="{5A9C12DC-491F-9444-86A2-13AC5C62A2FC}" type="slidenum">
              <a:rPr lang="en-US" smtClean="0"/>
              <a:pPr/>
              <a:t>2</a:t>
            </a:fld>
            <a:endParaRPr lang="en-US"/>
          </a:p>
        </p:txBody>
      </p:sp>
      <p:sp>
        <p:nvSpPr>
          <p:cNvPr id="3" name="Footer Placeholder 2">
            <a:extLst>
              <a:ext uri="{FF2B5EF4-FFF2-40B4-BE49-F238E27FC236}">
                <a16:creationId xmlns:a16="http://schemas.microsoft.com/office/drawing/2014/main" id="{FEB24F52-7B19-26DC-BEAA-0C4C727F7FFB}"/>
              </a:ext>
            </a:extLst>
          </p:cNvPr>
          <p:cNvSpPr>
            <a:spLocks noGrp="1"/>
          </p:cNvSpPr>
          <p:nvPr>
            <p:ph type="ftr" sz="quarter" idx="3"/>
          </p:nvPr>
        </p:nvSpPr>
        <p:spPr/>
        <p:txBody>
          <a:bodyPr/>
          <a:lstStyle/>
          <a:p>
            <a:r>
              <a:rPr lang="en-US"/>
              <a:t>Confidential Property of Schneider Electric |</a:t>
            </a:r>
          </a:p>
        </p:txBody>
      </p:sp>
      <p:sp>
        <p:nvSpPr>
          <p:cNvPr id="5" name="Text Placeholder 4">
            <a:extLst>
              <a:ext uri="{FF2B5EF4-FFF2-40B4-BE49-F238E27FC236}">
                <a16:creationId xmlns:a16="http://schemas.microsoft.com/office/drawing/2014/main" id="{AA517EE9-3643-3FCC-E3F8-76BF93E0D8E0}"/>
              </a:ext>
            </a:extLst>
          </p:cNvPr>
          <p:cNvSpPr>
            <a:spLocks noGrp="1"/>
          </p:cNvSpPr>
          <p:nvPr>
            <p:ph type="body" sz="quarter" idx="32"/>
          </p:nvPr>
        </p:nvSpPr>
        <p:spPr/>
        <p:txBody>
          <a:bodyPr>
            <a:normAutofit/>
          </a:bodyPr>
          <a:lstStyle/>
          <a:p>
            <a:r>
              <a:rPr lang="en-IN" b="1" dirty="0"/>
              <a:t>Architecture / Approach</a:t>
            </a:r>
          </a:p>
        </p:txBody>
      </p:sp>
    </p:spTree>
    <p:extLst>
      <p:ext uri="{BB962C8B-B14F-4D97-AF65-F5344CB8AC3E}">
        <p14:creationId xmlns:p14="http://schemas.microsoft.com/office/powerpoint/2010/main" val="2053708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0998AD-B174-5B6E-5FD7-CA60B5B2FD0F}"/>
              </a:ext>
            </a:extLst>
          </p:cNvPr>
          <p:cNvSpPr>
            <a:spLocks noGrp="1"/>
          </p:cNvSpPr>
          <p:nvPr>
            <p:ph type="sldNum" sz="quarter" idx="4"/>
          </p:nvPr>
        </p:nvSpPr>
        <p:spPr/>
        <p:txBody>
          <a:bodyPr/>
          <a:lstStyle/>
          <a:p>
            <a:r>
              <a:rPr lang="en-US" dirty="0"/>
              <a:t>Page </a:t>
            </a:r>
            <a:fld id="{5A9C12DC-491F-9444-86A2-13AC5C62A2FC}" type="slidenum">
              <a:rPr lang="en-US" smtClean="0"/>
              <a:pPr/>
              <a:t>3</a:t>
            </a:fld>
            <a:endParaRPr lang="en-US" dirty="0"/>
          </a:p>
        </p:txBody>
      </p:sp>
      <p:sp>
        <p:nvSpPr>
          <p:cNvPr id="3" name="Footer Placeholder 2">
            <a:extLst>
              <a:ext uri="{FF2B5EF4-FFF2-40B4-BE49-F238E27FC236}">
                <a16:creationId xmlns:a16="http://schemas.microsoft.com/office/drawing/2014/main" id="{C743C77A-FFC7-5716-DB08-8D57C09061EB}"/>
              </a:ext>
            </a:extLst>
          </p:cNvPr>
          <p:cNvSpPr>
            <a:spLocks noGrp="1"/>
          </p:cNvSpPr>
          <p:nvPr>
            <p:ph type="ftr" sz="quarter" idx="3"/>
          </p:nvPr>
        </p:nvSpPr>
        <p:spPr/>
        <p:txBody>
          <a:bodyPr/>
          <a:lstStyle/>
          <a:p>
            <a:r>
              <a:rPr lang="en-US"/>
              <a:t>Confidential Property of Schneider Electric |</a:t>
            </a:r>
          </a:p>
        </p:txBody>
      </p:sp>
      <p:sp>
        <p:nvSpPr>
          <p:cNvPr id="5" name="Text Placeholder 4">
            <a:extLst>
              <a:ext uri="{FF2B5EF4-FFF2-40B4-BE49-F238E27FC236}">
                <a16:creationId xmlns:a16="http://schemas.microsoft.com/office/drawing/2014/main" id="{A2DBAE97-5777-238E-1E64-79A02EEED658}"/>
              </a:ext>
            </a:extLst>
          </p:cNvPr>
          <p:cNvSpPr>
            <a:spLocks noGrp="1"/>
          </p:cNvSpPr>
          <p:nvPr>
            <p:ph type="body" sz="quarter" idx="32"/>
          </p:nvPr>
        </p:nvSpPr>
        <p:spPr>
          <a:xfrm>
            <a:off x="166055" y="258682"/>
            <a:ext cx="11529483" cy="492443"/>
          </a:xfrm>
        </p:spPr>
        <p:txBody>
          <a:bodyPr vert="horz" lIns="0" tIns="0" rIns="0" bIns="0" rtlCol="0" anchor="t">
            <a:normAutofit/>
          </a:bodyPr>
          <a:lstStyle/>
          <a:p>
            <a:pPr marL="230505" indent="-208915"/>
            <a:r>
              <a:rPr lang="en-IN" b="1" dirty="0">
                <a:solidFill>
                  <a:srgbClr val="00B050"/>
                </a:solidFill>
              </a:rPr>
              <a:t>Overall Sequence flow </a:t>
            </a:r>
            <a:endParaRPr lang="en-US" b="1" dirty="0"/>
          </a:p>
        </p:txBody>
      </p:sp>
    </p:spTree>
    <p:extLst>
      <p:ext uri="{BB962C8B-B14F-4D97-AF65-F5344CB8AC3E}">
        <p14:creationId xmlns:p14="http://schemas.microsoft.com/office/powerpoint/2010/main" val="3196668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2A4D25-2F6A-795B-360D-617D82A59FF2}"/>
              </a:ext>
            </a:extLst>
          </p:cNvPr>
          <p:cNvSpPr>
            <a:spLocks noGrp="1"/>
          </p:cNvSpPr>
          <p:nvPr>
            <p:ph type="sldNum" sz="quarter" idx="4"/>
          </p:nvPr>
        </p:nvSpPr>
        <p:spPr/>
        <p:txBody>
          <a:bodyPr/>
          <a:lstStyle/>
          <a:p>
            <a:r>
              <a:rPr lang="en-US"/>
              <a:t>Page </a:t>
            </a:r>
            <a:fld id="{5A9C12DC-491F-9444-86A2-13AC5C62A2FC}" type="slidenum">
              <a:rPr lang="en-US" smtClean="0"/>
              <a:pPr/>
              <a:t>4</a:t>
            </a:fld>
            <a:endParaRPr lang="en-US"/>
          </a:p>
        </p:txBody>
      </p:sp>
      <p:sp>
        <p:nvSpPr>
          <p:cNvPr id="3" name="Footer Placeholder 2">
            <a:extLst>
              <a:ext uri="{FF2B5EF4-FFF2-40B4-BE49-F238E27FC236}">
                <a16:creationId xmlns:a16="http://schemas.microsoft.com/office/drawing/2014/main" id="{562A1158-E188-9385-749D-AF05AEFFE947}"/>
              </a:ext>
            </a:extLst>
          </p:cNvPr>
          <p:cNvSpPr>
            <a:spLocks noGrp="1"/>
          </p:cNvSpPr>
          <p:nvPr>
            <p:ph type="ftr" sz="quarter" idx="3"/>
          </p:nvPr>
        </p:nvSpPr>
        <p:spPr/>
        <p:txBody>
          <a:bodyPr/>
          <a:lstStyle/>
          <a:p>
            <a:r>
              <a:rPr lang="en-US"/>
              <a:t>Confidential Property of Schneider Electric |</a:t>
            </a:r>
          </a:p>
        </p:txBody>
      </p:sp>
      <p:sp>
        <p:nvSpPr>
          <p:cNvPr id="4" name="Content Placeholder 3">
            <a:extLst>
              <a:ext uri="{FF2B5EF4-FFF2-40B4-BE49-F238E27FC236}">
                <a16:creationId xmlns:a16="http://schemas.microsoft.com/office/drawing/2014/main" id="{7C234D28-5441-F8BC-2EB1-197BED4B65F2}"/>
              </a:ext>
            </a:extLst>
          </p:cNvPr>
          <p:cNvSpPr>
            <a:spLocks noGrp="1"/>
          </p:cNvSpPr>
          <p:nvPr>
            <p:ph sz="quarter" idx="31"/>
          </p:nvPr>
        </p:nvSpPr>
        <p:spPr/>
        <p:txBody>
          <a:bodyPr/>
          <a:lstStyle/>
          <a:p>
            <a:endParaRPr lang="en-IN" dirty="0"/>
          </a:p>
        </p:txBody>
      </p:sp>
      <p:sp>
        <p:nvSpPr>
          <p:cNvPr id="5" name="Text Placeholder 4">
            <a:extLst>
              <a:ext uri="{FF2B5EF4-FFF2-40B4-BE49-F238E27FC236}">
                <a16:creationId xmlns:a16="http://schemas.microsoft.com/office/drawing/2014/main" id="{16C7F4A9-72D0-32CD-853A-634A17D455C7}"/>
              </a:ext>
            </a:extLst>
          </p:cNvPr>
          <p:cNvSpPr>
            <a:spLocks noGrp="1"/>
          </p:cNvSpPr>
          <p:nvPr>
            <p:ph type="body" sz="quarter" idx="32"/>
          </p:nvPr>
        </p:nvSpPr>
        <p:spPr>
          <a:xfrm>
            <a:off x="336551" y="306916"/>
            <a:ext cx="11529483" cy="931575"/>
          </a:xfrm>
        </p:spPr>
        <p:txBody>
          <a:bodyPr/>
          <a:lstStyle/>
          <a:p>
            <a:r>
              <a:rPr lang="en-IN" b="1" dirty="0"/>
              <a:t>Tools used</a:t>
            </a:r>
          </a:p>
        </p:txBody>
      </p:sp>
    </p:spTree>
    <p:extLst>
      <p:ext uri="{BB962C8B-B14F-4D97-AF65-F5344CB8AC3E}">
        <p14:creationId xmlns:p14="http://schemas.microsoft.com/office/powerpoint/2010/main" val="13985442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chneider Text Slides">
  <a:themeElements>
    <a:clrScheme name="SE Life Green MS Office">
      <a:dk1>
        <a:sysClr val="windowText" lastClr="000000"/>
      </a:dk1>
      <a:lt1>
        <a:sysClr val="window" lastClr="FFFFFF"/>
      </a:lt1>
      <a:dk2>
        <a:srgbClr val="3DCD58"/>
      </a:dk2>
      <a:lt2>
        <a:srgbClr val="3DCD58"/>
      </a:lt2>
      <a:accent1>
        <a:srgbClr val="626469"/>
      </a:accent1>
      <a:accent2>
        <a:srgbClr val="9FA0A4"/>
      </a:accent2>
      <a:accent3>
        <a:srgbClr val="FFD100"/>
      </a:accent3>
      <a:accent4>
        <a:srgbClr val="E47F00"/>
      </a:accent4>
      <a:accent5>
        <a:srgbClr val="B10043"/>
      </a:accent5>
      <a:accent6>
        <a:srgbClr val="42B4E6"/>
      </a:accent6>
      <a:hlink>
        <a:srgbClr val="B10043"/>
      </a:hlink>
      <a:folHlink>
        <a:srgbClr val="42B4E6"/>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12DB85F0-FD31-4014-ADE7-5D50F5430AF1}" vid="{687F2876-66E1-4AC2-B9A4-0A292F3B4DF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D84D1BB90BAD42B13CEB0F89009F60" ma:contentTypeVersion="12" ma:contentTypeDescription="Create a new document." ma:contentTypeScope="" ma:versionID="4675cae3302435ea205a2cd91ad440f4">
  <xsd:schema xmlns:xsd="http://www.w3.org/2001/XMLSchema" xmlns:xs="http://www.w3.org/2001/XMLSchema" xmlns:p="http://schemas.microsoft.com/office/2006/metadata/properties" xmlns:ns2="81648698-ddfd-4ad6-ae9c-25463e00908e" xmlns:ns3="a116e0cb-66d6-41b6-b858-b6853cc29e4f" targetNamespace="http://schemas.microsoft.com/office/2006/metadata/properties" ma:root="true" ma:fieldsID="d9c80b502104d3e6fbcd9db39a2c1e15" ns2:_="" ns3:_="">
    <xsd:import namespace="81648698-ddfd-4ad6-ae9c-25463e00908e"/>
    <xsd:import namespace="a116e0cb-66d6-41b6-b858-b6853cc29e4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648698-ddfd-4ad6-ae9c-25463e0090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3e82df8-f6af-445d-9b0b-5c4dfc7c59a2"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116e0cb-66d6-41b6-b858-b6853cc29e4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4815b16-d092-46d3-9c28-9d31f1e9691a}" ma:internalName="TaxCatchAll" ma:showField="CatchAllData" ma:web="a116e0cb-66d6-41b6-b858-b6853cc29e4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116e0cb-66d6-41b6-b858-b6853cc29e4f" xsi:nil="true"/>
    <lcf76f155ced4ddcb4097134ff3c332f xmlns="81648698-ddfd-4ad6-ae9c-25463e00908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2ACF976-0233-4F67-A66B-1A25C65D6C01}">
  <ds:schemaRefs>
    <ds:schemaRef ds:uri="81648698-ddfd-4ad6-ae9c-25463e00908e"/>
    <ds:schemaRef ds:uri="a116e0cb-66d6-41b6-b858-b6853cc29e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BAF2F8C-0241-4700-B996-AA1CBD963CCB}">
  <ds:schemaRefs>
    <ds:schemaRef ds:uri="http://schemas.microsoft.com/sharepoint/v3/contenttype/forms"/>
  </ds:schemaRefs>
</ds:datastoreItem>
</file>

<file path=customXml/itemProps3.xml><?xml version="1.0" encoding="utf-8"?>
<ds:datastoreItem xmlns:ds="http://schemas.openxmlformats.org/officeDocument/2006/customXml" ds:itemID="{E552C620-1DC7-4F5E-8C02-8CDCF1D2BDC4}">
  <ds:schemaRefs>
    <ds:schemaRef ds:uri="http://www.w3.org/XML/1998/namespace"/>
    <ds:schemaRef ds:uri="81648698-ddfd-4ad6-ae9c-25463e00908e"/>
    <ds:schemaRef ds:uri="a116e0cb-66d6-41b6-b858-b6853cc29e4f"/>
    <ds:schemaRef ds:uri="http://schemas.microsoft.com/office/infopath/2007/PartnerControls"/>
    <ds:schemaRef ds:uri="http://purl.org/dc/dcmitype/"/>
    <ds:schemaRef ds:uri="http://schemas.microsoft.com/office/2006/documentManagement/types"/>
    <ds:schemaRef ds:uri="http://purl.org/dc/elements/1.1/"/>
    <ds:schemaRef ds:uri="http://purl.org/dc/terms/"/>
    <ds:schemaRef ds:uri="http://schemas.openxmlformats.org/package/2006/metadata/core-properties"/>
    <ds:schemaRef ds:uri="http://schemas.microsoft.com/office/2006/metadata/properties"/>
  </ds:schemaRefs>
</ds:datastoreItem>
</file>

<file path=docMetadata/LabelInfo.xml><?xml version="1.0" encoding="utf-8"?>
<clbl:labelList xmlns:clbl="http://schemas.microsoft.com/office/2020/mipLabelMetadata">
  <clbl:label id="{23f93e5f-d3c2-49a7-ba94-15405423c204}" enabled="1" method="Standard" siteId="{6e51e1ad-c54b-4b39-b598-0ffe9ae68fef}" removed="0"/>
</clbl:labelList>
</file>

<file path=docProps/app.xml><?xml version="1.0" encoding="utf-8"?>
<Properties xmlns="http://schemas.openxmlformats.org/officeDocument/2006/extended-properties" xmlns:vt="http://schemas.openxmlformats.org/officeDocument/2006/docPropsVTypes">
  <TotalTime>345</TotalTime>
  <Words>52</Words>
  <Application>Microsoft Office PowerPoint</Application>
  <PresentationFormat>Widescreen</PresentationFormat>
  <Paragraphs>15</Paragraphs>
  <Slides>4</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vt:i4>
      </vt:variant>
    </vt:vector>
  </HeadingPairs>
  <TitlesOfParts>
    <vt:vector size="11" baseType="lpstr">
      <vt:lpstr>Arial</vt:lpstr>
      <vt:lpstr>Calibri</vt:lpstr>
      <vt:lpstr>Calibri Light</vt:lpstr>
      <vt:lpstr>Cambria</vt:lpstr>
      <vt:lpstr>Lucida Grande</vt:lpstr>
      <vt:lpstr>Office Theme</vt:lpstr>
      <vt:lpstr>1_Schneider Text Slides</vt:lpstr>
      <vt:lpstr>University Hackathon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Kumar Kalap</dc:creator>
  <cp:lastModifiedBy>Joselin kumar</cp:lastModifiedBy>
  <cp:revision>25</cp:revision>
  <dcterms:created xsi:type="dcterms:W3CDTF">2023-06-23T07:20:42Z</dcterms:created>
  <dcterms:modified xsi:type="dcterms:W3CDTF">2026-08-30T12:46:41Z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3f93e5f-d3c2-49a7-ba94-15405423c204_Enabled">
    <vt:lpwstr>true</vt:lpwstr>
  </property>
  <property fmtid="{D5CDD505-2E9C-101B-9397-08002B2CF9AE}" pid="3" name="MSIP_Label_23f93e5f-d3c2-49a7-ba94-15405423c204_SetDate">
    <vt:lpwstr>2023-07-17T10:10:28Z</vt:lpwstr>
  </property>
  <property fmtid="{D5CDD505-2E9C-101B-9397-08002B2CF9AE}" pid="4" name="MSIP_Label_23f93e5f-d3c2-49a7-ba94-15405423c204_Method">
    <vt:lpwstr>Standard</vt:lpwstr>
  </property>
  <property fmtid="{D5CDD505-2E9C-101B-9397-08002B2CF9AE}" pid="5" name="MSIP_Label_23f93e5f-d3c2-49a7-ba94-15405423c204_Name">
    <vt:lpwstr>SE Internal</vt:lpwstr>
  </property>
  <property fmtid="{D5CDD505-2E9C-101B-9397-08002B2CF9AE}" pid="6" name="MSIP_Label_23f93e5f-d3c2-49a7-ba94-15405423c204_SiteId">
    <vt:lpwstr>6e51e1ad-c54b-4b39-b598-0ffe9ae68fef</vt:lpwstr>
  </property>
  <property fmtid="{D5CDD505-2E9C-101B-9397-08002B2CF9AE}" pid="7" name="MSIP_Label_23f93e5f-d3c2-49a7-ba94-15405423c204_ActionId">
    <vt:lpwstr>40ae2229-4789-4747-9742-633e035b4d79</vt:lpwstr>
  </property>
  <property fmtid="{D5CDD505-2E9C-101B-9397-08002B2CF9AE}" pid="8" name="MSIP_Label_23f93e5f-d3c2-49a7-ba94-15405423c204_ContentBits">
    <vt:lpwstr>2</vt:lpwstr>
  </property>
  <property fmtid="{D5CDD505-2E9C-101B-9397-08002B2CF9AE}" pid="9" name="ContentTypeId">
    <vt:lpwstr>0x0101003AD84D1BB90BAD42B13CEB0F89009F60</vt:lpwstr>
  </property>
  <property fmtid="{D5CDD505-2E9C-101B-9397-08002B2CF9AE}" pid="10" name="MediaServiceImageTags">
    <vt:lpwstr/>
  </property>
</Properties>
</file>