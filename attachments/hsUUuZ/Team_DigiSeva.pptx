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djW5iLOH05cJuqz3Ea079A54z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1">
  <p:cSld name="Title Slide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/>
          <p:nvPr>
            <p:ph idx="2" type="pic"/>
          </p:nvPr>
        </p:nvSpPr>
        <p:spPr>
          <a:xfrm>
            <a:off x="0" y="0"/>
            <a:ext cx="12192000" cy="577439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" name="Google Shape;18;p6"/>
          <p:cNvSpPr txBox="1"/>
          <p:nvPr>
            <p:ph type="ctrTitle"/>
          </p:nvPr>
        </p:nvSpPr>
        <p:spPr>
          <a:xfrm>
            <a:off x="336553" y="3478965"/>
            <a:ext cx="115651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subTitle"/>
          </p:nvPr>
        </p:nvSpPr>
        <p:spPr>
          <a:xfrm>
            <a:off x="336553" y="4272329"/>
            <a:ext cx="11565163" cy="287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67"/>
              <a:buNone/>
              <a:defRPr sz="1867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schneider_LIO_Life-Green_RGB.png" id="20" name="Google Shape;2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22712" y="5993330"/>
            <a:ext cx="2722397" cy="75060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"/>
          <p:cNvSpPr txBox="1"/>
          <p:nvPr>
            <p:ph idx="11" type="ftr"/>
          </p:nvPr>
        </p:nvSpPr>
        <p:spPr>
          <a:xfrm>
            <a:off x="336554" y="6476207"/>
            <a:ext cx="2007375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51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3" type="body"/>
          </p:nvPr>
        </p:nvSpPr>
        <p:spPr>
          <a:xfrm>
            <a:off x="0" y="4764839"/>
            <a:ext cx="12192000" cy="1015853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"/>
          <p:cNvSpPr/>
          <p:nvPr/>
        </p:nvSpPr>
        <p:spPr>
          <a:xfrm>
            <a:off x="0" y="5682003"/>
            <a:ext cx="12192000" cy="26928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Layout">
  <p:cSld name="Standard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44073" y="1604434"/>
            <a:ext cx="11572760" cy="4235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2" type="body"/>
          </p:nvPr>
        </p:nvSpPr>
        <p:spPr>
          <a:xfrm>
            <a:off x="336551" y="306916"/>
            <a:ext cx="115294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3" type="body"/>
          </p:nvPr>
        </p:nvSpPr>
        <p:spPr>
          <a:xfrm>
            <a:off x="336551" y="911155"/>
            <a:ext cx="11529483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Calibri"/>
              <a:buNone/>
              <a:defRPr sz="2133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Master">
  <p:cSld name="Closing Slide Master">
    <p:bg>
      <p:bgPr>
        <a:solidFill>
          <a:schemeClr val="dk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hneider_LIO_White_RGB.png" id="100" name="Google Shape;10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92165" y="2611549"/>
            <a:ext cx="4745843" cy="130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Layout">
  <p:cSld name="Standard Layou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8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344073" y="1604434"/>
            <a:ext cx="11572760" cy="4235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2" type="body"/>
          </p:nvPr>
        </p:nvSpPr>
        <p:spPr>
          <a:xfrm>
            <a:off x="336551" y="306916"/>
            <a:ext cx="115294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67"/>
              </a:spcBef>
              <a:spcAft>
                <a:spcPts val="0"/>
              </a:spcAft>
              <a:buSzPts val="1867"/>
              <a:buFont typeface="Arial"/>
              <a:buNone/>
              <a:defRPr/>
            </a:lvl2pPr>
            <a:lvl3pPr indent="-228600" lvl="2" marL="1371600" algn="l">
              <a:spcBef>
                <a:spcPts val="667"/>
              </a:spcBef>
              <a:spcAft>
                <a:spcPts val="0"/>
              </a:spcAft>
              <a:buSzPts val="1733"/>
              <a:buFont typeface="Arial"/>
              <a:buNone/>
              <a:defRPr/>
            </a:lvl3pPr>
            <a:lvl4pPr indent="-228600" lvl="3" marL="1828800" algn="l">
              <a:spcBef>
                <a:spcPts val="667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indent="-228600" lvl="4" marL="2286000" algn="l">
              <a:spcBef>
                <a:spcPts val="667"/>
              </a:spcBef>
              <a:spcAft>
                <a:spcPts val="0"/>
              </a:spcAft>
              <a:buSzPts val="1333"/>
              <a:buFont typeface="Arial"/>
              <a:buNone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3" type="body"/>
          </p:nvPr>
        </p:nvSpPr>
        <p:spPr>
          <a:xfrm>
            <a:off x="336551" y="911155"/>
            <a:ext cx="11529483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2133"/>
              <a:buFont typeface="Arial"/>
              <a:buNone/>
              <a:defRPr sz="2133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67"/>
              </a:spcBef>
              <a:spcAft>
                <a:spcPts val="0"/>
              </a:spcAft>
              <a:buSzPts val="1867"/>
              <a:buFont typeface="Arial"/>
              <a:buNone/>
              <a:defRPr/>
            </a:lvl2pPr>
            <a:lvl3pPr indent="-228600" lvl="2" marL="1371600" algn="l">
              <a:spcBef>
                <a:spcPts val="667"/>
              </a:spcBef>
              <a:spcAft>
                <a:spcPts val="0"/>
              </a:spcAft>
              <a:buSzPts val="1733"/>
              <a:buFont typeface="Arial"/>
              <a:buNone/>
              <a:defRPr/>
            </a:lvl3pPr>
            <a:lvl4pPr indent="-228600" lvl="3" marL="1828800" algn="l">
              <a:spcBef>
                <a:spcPts val="667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indent="-228600" lvl="4" marL="2286000" algn="l">
              <a:spcBef>
                <a:spcPts val="667"/>
              </a:spcBef>
              <a:spcAft>
                <a:spcPts val="0"/>
              </a:spcAft>
              <a:buSzPts val="1333"/>
              <a:buFont typeface="Arial"/>
              <a:buNone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1">
  <p:cSld name="Title Slide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>
            <p:ph idx="2" type="pic"/>
          </p:nvPr>
        </p:nvSpPr>
        <p:spPr>
          <a:xfrm>
            <a:off x="0" y="0"/>
            <a:ext cx="12192000" cy="577439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" name="Google Shape;117;p22"/>
          <p:cNvSpPr txBox="1"/>
          <p:nvPr>
            <p:ph type="ctrTitle"/>
          </p:nvPr>
        </p:nvSpPr>
        <p:spPr>
          <a:xfrm>
            <a:off x="336553" y="3478965"/>
            <a:ext cx="115651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" type="subTitle"/>
          </p:nvPr>
        </p:nvSpPr>
        <p:spPr>
          <a:xfrm>
            <a:off x="336553" y="4272329"/>
            <a:ext cx="11565163" cy="287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6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</a:defRPr>
            </a:lvl1pPr>
            <a:lvl2pPr lvl="1" algn="ctr">
              <a:spcBef>
                <a:spcPts val="667"/>
              </a:spcBef>
              <a:spcAft>
                <a:spcPts val="0"/>
              </a:spcAft>
              <a:buSzPts val="1867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67"/>
              </a:spcBef>
              <a:spcAft>
                <a:spcPts val="0"/>
              </a:spcAft>
              <a:buSzPts val="1733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67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67"/>
              </a:spcBef>
              <a:spcAft>
                <a:spcPts val="0"/>
              </a:spcAft>
              <a:buSzPts val="13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67"/>
              </a:spcBef>
              <a:spcAft>
                <a:spcPts val="0"/>
              </a:spcAft>
              <a:buSzPts val="13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67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schneider_LIO_Life-Green_RGB.png" id="119" name="Google Shape;11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22712" y="5993330"/>
            <a:ext cx="2722397" cy="75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>
            <p:ph idx="11" type="ftr"/>
          </p:nvPr>
        </p:nvSpPr>
        <p:spPr>
          <a:xfrm>
            <a:off x="336554" y="6476207"/>
            <a:ext cx="2007375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51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3" type="body"/>
          </p:nvPr>
        </p:nvSpPr>
        <p:spPr>
          <a:xfrm>
            <a:off x="0" y="4764839"/>
            <a:ext cx="12192000" cy="1015853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7155" lvl="1" marL="914400" algn="l">
              <a:spcBef>
                <a:spcPts val="667"/>
              </a:spcBef>
              <a:spcAft>
                <a:spcPts val="0"/>
              </a:spcAft>
              <a:buSzPts val="1867"/>
              <a:buChar char="•"/>
              <a:defRPr>
                <a:solidFill>
                  <a:schemeClr val="lt1"/>
                </a:solidFill>
              </a:defRPr>
            </a:lvl2pPr>
            <a:lvl3pPr indent="-338646" lvl="2" marL="1371600" algn="l">
              <a:spcBef>
                <a:spcPts val="667"/>
              </a:spcBef>
              <a:spcAft>
                <a:spcPts val="0"/>
              </a:spcAft>
              <a:buSzPts val="1733"/>
              <a:buChar char="‒"/>
              <a:defRPr>
                <a:solidFill>
                  <a:schemeClr val="lt1"/>
                </a:solidFill>
              </a:defRPr>
            </a:lvl3pPr>
            <a:lvl4pPr indent="-330200" lvl="3" marL="1828800" algn="l">
              <a:spcBef>
                <a:spcPts val="667"/>
              </a:spcBef>
              <a:spcAft>
                <a:spcPts val="0"/>
              </a:spcAft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indent="-313245" lvl="4" marL="2286000" algn="l">
              <a:spcBef>
                <a:spcPts val="667"/>
              </a:spcBef>
              <a:spcAft>
                <a:spcPts val="0"/>
              </a:spcAft>
              <a:buSzPts val="1333"/>
              <a:buChar char="–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2"/>
          <p:cNvSpPr/>
          <p:nvPr/>
        </p:nvSpPr>
        <p:spPr>
          <a:xfrm>
            <a:off x="0" y="5682003"/>
            <a:ext cx="12192000" cy="26928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/>
          <p:nvPr/>
        </p:nvSpPr>
        <p:spPr>
          <a:xfrm rot="5400000">
            <a:off x="-414349" y="356115"/>
            <a:ext cx="6857997" cy="614576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-42532" y="-3"/>
            <a:ext cx="6508655" cy="6858003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t" bIns="252000" lIns="252000" spcFirstLastPara="1" rIns="252000" wrap="square" tIns="25200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lt1"/>
                </a:solidFill>
              </a:defRPr>
            </a:lvl1pPr>
            <a:lvl2pPr indent="-397955" lvl="1" marL="914400" algn="l">
              <a:spcBef>
                <a:spcPts val="667"/>
              </a:spcBef>
              <a:spcAft>
                <a:spcPts val="0"/>
              </a:spcAft>
              <a:buSzPts val="2667"/>
              <a:buFont typeface="Arial"/>
              <a:buChar char="•"/>
              <a:defRPr sz="2667"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667"/>
              </a:spcBef>
              <a:spcAft>
                <a:spcPts val="0"/>
              </a:spcAft>
              <a:buSzPts val="2400"/>
              <a:buFont typeface="Merriweather Sans"/>
              <a:buChar char="–"/>
              <a:defRPr sz="2400">
                <a:solidFill>
                  <a:schemeClr val="lt1"/>
                </a:solidFill>
              </a:defRPr>
            </a:lvl3pPr>
            <a:lvl4pPr indent="-364046" lvl="3" marL="1828800" algn="l">
              <a:spcBef>
                <a:spcPts val="667"/>
              </a:spcBef>
              <a:spcAft>
                <a:spcPts val="0"/>
              </a:spcAft>
              <a:buSzPts val="2133"/>
              <a:buFont typeface="Merriweather Sans"/>
              <a:buChar char="–"/>
              <a:defRPr sz="2133">
                <a:solidFill>
                  <a:schemeClr val="lt1"/>
                </a:solidFill>
              </a:defRPr>
            </a:lvl4pPr>
            <a:lvl5pPr indent="-364045" lvl="4" marL="2286000" algn="l">
              <a:spcBef>
                <a:spcPts val="667"/>
              </a:spcBef>
              <a:spcAft>
                <a:spcPts val="0"/>
              </a:spcAft>
              <a:buSzPts val="2133"/>
              <a:buFont typeface="Merriweather Sans"/>
              <a:buChar char="–"/>
              <a:defRPr sz="2133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23"/>
          <p:cNvSpPr txBox="1"/>
          <p:nvPr>
            <p:ph idx="11" type="ftr"/>
          </p:nvPr>
        </p:nvSpPr>
        <p:spPr>
          <a:xfrm>
            <a:off x="336551" y="6476206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chneider_LIO_Life-Green_RGB.png" id="128" name="Google Shape;12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22712" y="5993329"/>
            <a:ext cx="2722397" cy="75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/>
          <p:nvPr/>
        </p:nvSpPr>
        <p:spPr>
          <a:xfrm>
            <a:off x="6709412" y="365711"/>
            <a:ext cx="6096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7488357" y="365717"/>
            <a:ext cx="42672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6705055" y="1047793"/>
            <a:ext cx="6096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rgbClr val="626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7498896" y="1049115"/>
            <a:ext cx="4267200" cy="60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61450" lIns="122925" spcFirstLastPara="1" rIns="122925" wrap="square" tIns="6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6705055" y="1733593"/>
            <a:ext cx="6096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rgbClr val="626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7498896" y="1734915"/>
            <a:ext cx="4267200" cy="60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61450" lIns="122925" spcFirstLastPara="1" rIns="122925" wrap="square" tIns="6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6705055" y="2419393"/>
            <a:ext cx="6096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rgbClr val="626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7498896" y="2420715"/>
            <a:ext cx="4267200" cy="60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61450" lIns="122925" spcFirstLastPara="1" rIns="122925" wrap="square" tIns="6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705055" y="3105193"/>
            <a:ext cx="6096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rgbClr val="626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7498896" y="3106515"/>
            <a:ext cx="4267200" cy="60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61450" lIns="122925" spcFirstLastPara="1" rIns="122925" wrap="square" tIns="6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6705055" y="3816393"/>
            <a:ext cx="6096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rgbClr val="626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7498896" y="3817715"/>
            <a:ext cx="4267200" cy="60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61450" lIns="122925" spcFirstLastPara="1" rIns="122925" wrap="square" tIns="6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6705055" y="4527593"/>
            <a:ext cx="6096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rgbClr val="626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7498896" y="4528915"/>
            <a:ext cx="4267200" cy="60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61450" lIns="122925" spcFirstLastPara="1" rIns="122925" wrap="square" tIns="6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6705055" y="5226093"/>
            <a:ext cx="60960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61450" lIns="122925" spcFirstLastPara="1" rIns="122925" wrap="square" tIns="614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rgbClr val="6264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7498896" y="5227415"/>
            <a:ext cx="4267200" cy="60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61450" lIns="122925" spcFirstLastPara="1" rIns="122925" wrap="square" tIns="6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6672134" y="509517"/>
            <a:ext cx="679461" cy="280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3" type="body"/>
          </p:nvPr>
        </p:nvSpPr>
        <p:spPr>
          <a:xfrm>
            <a:off x="7506176" y="527714"/>
            <a:ext cx="4194504" cy="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4" type="body"/>
          </p:nvPr>
        </p:nvSpPr>
        <p:spPr>
          <a:xfrm>
            <a:off x="6675163" y="1167650"/>
            <a:ext cx="679461" cy="280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7509205" y="1185847"/>
            <a:ext cx="4194504" cy="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6" type="body"/>
          </p:nvPr>
        </p:nvSpPr>
        <p:spPr>
          <a:xfrm>
            <a:off x="6659995" y="1880375"/>
            <a:ext cx="679461" cy="280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7" type="body"/>
          </p:nvPr>
        </p:nvSpPr>
        <p:spPr>
          <a:xfrm>
            <a:off x="7494037" y="1898573"/>
            <a:ext cx="4194504" cy="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6656966" y="2568845"/>
            <a:ext cx="679461" cy="280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9" type="body"/>
          </p:nvPr>
        </p:nvSpPr>
        <p:spPr>
          <a:xfrm>
            <a:off x="7491008" y="2587042"/>
            <a:ext cx="4194504" cy="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3" type="body"/>
          </p:nvPr>
        </p:nvSpPr>
        <p:spPr>
          <a:xfrm>
            <a:off x="6659995" y="3226978"/>
            <a:ext cx="679461" cy="280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7494037" y="3245175"/>
            <a:ext cx="4194504" cy="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idx="15" type="body"/>
          </p:nvPr>
        </p:nvSpPr>
        <p:spPr>
          <a:xfrm>
            <a:off x="6663024" y="3939703"/>
            <a:ext cx="679461" cy="280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idx="16" type="body"/>
          </p:nvPr>
        </p:nvSpPr>
        <p:spPr>
          <a:xfrm>
            <a:off x="7478869" y="3957901"/>
            <a:ext cx="4194504" cy="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17" type="body"/>
          </p:nvPr>
        </p:nvSpPr>
        <p:spPr>
          <a:xfrm>
            <a:off x="6644827" y="4649399"/>
            <a:ext cx="679461" cy="280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18" type="body"/>
          </p:nvPr>
        </p:nvSpPr>
        <p:spPr>
          <a:xfrm>
            <a:off x="7497067" y="4667597"/>
            <a:ext cx="4194504" cy="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19" type="body"/>
          </p:nvPr>
        </p:nvSpPr>
        <p:spPr>
          <a:xfrm>
            <a:off x="6647856" y="5362125"/>
            <a:ext cx="679461" cy="280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20" type="body"/>
          </p:nvPr>
        </p:nvSpPr>
        <p:spPr>
          <a:xfrm>
            <a:off x="7481899" y="5380322"/>
            <a:ext cx="4194504" cy="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733"/>
              <a:buNone/>
              <a:defRPr b="1" sz="1733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andard Layout">
  <p:cSld name="1_Standard Layou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4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44073" y="1604434"/>
            <a:ext cx="11572760" cy="4235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2" type="body"/>
          </p:nvPr>
        </p:nvSpPr>
        <p:spPr>
          <a:xfrm>
            <a:off x="336551" y="306916"/>
            <a:ext cx="115294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67"/>
              </a:spcBef>
              <a:spcAft>
                <a:spcPts val="0"/>
              </a:spcAft>
              <a:buSzPts val="1867"/>
              <a:buFont typeface="Arial"/>
              <a:buNone/>
              <a:defRPr/>
            </a:lvl2pPr>
            <a:lvl3pPr indent="-228600" lvl="2" marL="1371600" algn="l">
              <a:spcBef>
                <a:spcPts val="667"/>
              </a:spcBef>
              <a:spcAft>
                <a:spcPts val="0"/>
              </a:spcAft>
              <a:buSzPts val="1733"/>
              <a:buFont typeface="Arial"/>
              <a:buNone/>
              <a:defRPr/>
            </a:lvl3pPr>
            <a:lvl4pPr indent="-228600" lvl="3" marL="1828800" algn="l">
              <a:spcBef>
                <a:spcPts val="667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indent="-228600" lvl="4" marL="2286000" algn="l">
              <a:spcBef>
                <a:spcPts val="667"/>
              </a:spcBef>
              <a:spcAft>
                <a:spcPts val="0"/>
              </a:spcAft>
              <a:buSzPts val="1333"/>
              <a:buFont typeface="Arial"/>
              <a:buNone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3" type="body"/>
          </p:nvPr>
        </p:nvSpPr>
        <p:spPr>
          <a:xfrm>
            <a:off x="336551" y="911155"/>
            <a:ext cx="11529483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2133"/>
              <a:buFont typeface="Arial"/>
              <a:buNone/>
              <a:defRPr sz="2133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67"/>
              </a:spcBef>
              <a:spcAft>
                <a:spcPts val="0"/>
              </a:spcAft>
              <a:buSzPts val="1867"/>
              <a:buFont typeface="Arial"/>
              <a:buNone/>
              <a:defRPr/>
            </a:lvl2pPr>
            <a:lvl3pPr indent="-228600" lvl="2" marL="1371600" algn="l">
              <a:spcBef>
                <a:spcPts val="667"/>
              </a:spcBef>
              <a:spcAft>
                <a:spcPts val="0"/>
              </a:spcAft>
              <a:buSzPts val="1733"/>
              <a:buFont typeface="Arial"/>
              <a:buNone/>
              <a:defRPr/>
            </a:lvl3pPr>
            <a:lvl4pPr indent="-228600" lvl="3" marL="1828800" algn="l">
              <a:spcBef>
                <a:spcPts val="667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indent="-228600" lvl="4" marL="2286000" algn="l">
              <a:spcBef>
                <a:spcPts val="667"/>
              </a:spcBef>
              <a:spcAft>
                <a:spcPts val="0"/>
              </a:spcAft>
              <a:buSzPts val="1333"/>
              <a:buFont typeface="Arial"/>
              <a:buNone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Layout">
  <p:cSld name="2_Standard Layou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5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44073" y="1604434"/>
            <a:ext cx="11572760" cy="4235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336551" y="306916"/>
            <a:ext cx="115294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67"/>
              </a:spcBef>
              <a:spcAft>
                <a:spcPts val="0"/>
              </a:spcAft>
              <a:buSzPts val="1867"/>
              <a:buFont typeface="Arial"/>
              <a:buNone/>
              <a:defRPr/>
            </a:lvl2pPr>
            <a:lvl3pPr indent="-228600" lvl="2" marL="1371600" algn="l">
              <a:spcBef>
                <a:spcPts val="667"/>
              </a:spcBef>
              <a:spcAft>
                <a:spcPts val="0"/>
              </a:spcAft>
              <a:buSzPts val="1733"/>
              <a:buFont typeface="Arial"/>
              <a:buNone/>
              <a:defRPr/>
            </a:lvl3pPr>
            <a:lvl4pPr indent="-228600" lvl="3" marL="1828800" algn="l">
              <a:spcBef>
                <a:spcPts val="667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indent="-228600" lvl="4" marL="2286000" algn="l">
              <a:spcBef>
                <a:spcPts val="667"/>
              </a:spcBef>
              <a:spcAft>
                <a:spcPts val="0"/>
              </a:spcAft>
              <a:buSzPts val="1333"/>
              <a:buFont typeface="Arial"/>
              <a:buNone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3" type="body"/>
          </p:nvPr>
        </p:nvSpPr>
        <p:spPr>
          <a:xfrm>
            <a:off x="336551" y="911155"/>
            <a:ext cx="11529483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2133"/>
              <a:buFont typeface="Arial"/>
              <a:buNone/>
              <a:defRPr sz="2133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67"/>
              </a:spcBef>
              <a:spcAft>
                <a:spcPts val="0"/>
              </a:spcAft>
              <a:buSzPts val="1867"/>
              <a:buFont typeface="Arial"/>
              <a:buNone/>
              <a:defRPr/>
            </a:lvl2pPr>
            <a:lvl3pPr indent="-228600" lvl="2" marL="1371600" algn="l">
              <a:spcBef>
                <a:spcPts val="667"/>
              </a:spcBef>
              <a:spcAft>
                <a:spcPts val="0"/>
              </a:spcAft>
              <a:buSzPts val="1733"/>
              <a:buFont typeface="Arial"/>
              <a:buNone/>
              <a:defRPr/>
            </a:lvl3pPr>
            <a:lvl4pPr indent="-228600" lvl="3" marL="1828800" algn="l">
              <a:spcBef>
                <a:spcPts val="667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indent="-228600" lvl="4" marL="2286000" algn="l">
              <a:spcBef>
                <a:spcPts val="667"/>
              </a:spcBef>
              <a:spcAft>
                <a:spcPts val="0"/>
              </a:spcAft>
              <a:buSzPts val="1333"/>
              <a:buFont typeface="Arial"/>
              <a:buNone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Master">
  <p:cSld name="Closing Slide Master">
    <p:bg>
      <p:bgPr>
        <a:solidFill>
          <a:schemeClr val="dk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hneider_LIO_White_RGB.png" id="174" name="Google Shape;17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92165" y="2611549"/>
            <a:ext cx="4745843" cy="130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Divider_Image">
  <p:cSld name="Section_Divider_Imag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2330521" y="6476209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7"/>
          <p:cNvSpPr txBox="1"/>
          <p:nvPr>
            <p:ph idx="11" type="ftr"/>
          </p:nvPr>
        </p:nvSpPr>
        <p:spPr>
          <a:xfrm>
            <a:off x="336553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chneider_LIO_White_RGB.png" id="178" name="Google Shape;17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74598" y="6013413"/>
            <a:ext cx="2542673" cy="7010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7"/>
          <p:cNvSpPr txBox="1"/>
          <p:nvPr>
            <p:ph type="title"/>
          </p:nvPr>
        </p:nvSpPr>
        <p:spPr>
          <a:xfrm>
            <a:off x="0" y="2721428"/>
            <a:ext cx="12192000" cy="1156853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ctr" bIns="0" lIns="25195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0" y="3867184"/>
            <a:ext cx="12192000" cy="49741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25195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E8F93">
              <a:alpha val="200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C74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667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667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667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667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667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667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667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5" name="Google Shape;185;p2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8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44077" y="306917"/>
            <a:ext cx="1151137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6C74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36553" y="1604435"/>
            <a:ext cx="11518900" cy="4235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667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67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67"/>
              </a:spcBef>
              <a:spcAft>
                <a:spcPts val="0"/>
              </a:spcAft>
              <a:buSzPts val="1800"/>
              <a:buChar char="‒"/>
              <a:defRPr/>
            </a:lvl3pPr>
            <a:lvl4pPr indent="-342900" lvl="3" marL="18288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667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{&quot;HashCode&quot;:401048902,&quot;Placement&quot;:&quot;Footer&quot;,&quot;Top&quot;:525.346863,&quot;Left&quot;:462.094818,&quot;SlideWidth&quot;:960,&quot;SlideHeight&quot;:540}" id="15" name="Google Shape;15;p5"/>
          <p:cNvSpPr txBox="1"/>
          <p:nvPr/>
        </p:nvSpPr>
        <p:spPr>
          <a:xfrm>
            <a:off x="5868604" y="6671905"/>
            <a:ext cx="454791" cy="18609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26469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>
            <p:ph type="title"/>
          </p:nvPr>
        </p:nvSpPr>
        <p:spPr>
          <a:xfrm>
            <a:off x="344077" y="306917"/>
            <a:ext cx="1151137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6C746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36C74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336553" y="1604435"/>
            <a:ext cx="11518900" cy="4235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55" lvl="1" marL="914400" marR="0" rtl="0" algn="l">
              <a:spcBef>
                <a:spcPts val="667"/>
              </a:spcBef>
              <a:spcAft>
                <a:spcPts val="0"/>
              </a:spcAft>
              <a:buClr>
                <a:srgbClr val="36C746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8646" lvl="2" marL="1371600" marR="0" rtl="0" algn="l">
              <a:spcBef>
                <a:spcPts val="667"/>
              </a:spcBef>
              <a:spcAft>
                <a:spcPts val="0"/>
              </a:spcAft>
              <a:buClr>
                <a:srgbClr val="36C746"/>
              </a:buClr>
              <a:buSzPts val="1733"/>
              <a:buFont typeface="Arial"/>
              <a:buChar char="‒"/>
              <a:defRPr b="0" i="0" sz="1733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667"/>
              </a:spcBef>
              <a:spcAft>
                <a:spcPts val="0"/>
              </a:spcAft>
              <a:buClr>
                <a:srgbClr val="36C746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3245" lvl="4" marL="2286000" marR="0" rtl="0" algn="l">
              <a:spcBef>
                <a:spcPts val="667"/>
              </a:spcBef>
              <a:spcAft>
                <a:spcPts val="0"/>
              </a:spcAft>
              <a:buClr>
                <a:srgbClr val="36C746"/>
              </a:buClr>
              <a:buSzPts val="1333"/>
              <a:buFont typeface="Arial"/>
              <a:buChar char="–"/>
              <a:defRPr b="0" i="0" sz="1333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3245" lvl="5" marL="2743200" marR="0" rtl="0" algn="l"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Char char="–"/>
              <a:defRPr b="0" i="0" sz="1333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7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chneider_LIO_Life-Green_RGB.png" id="106" name="Google Shape;106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422712" y="5993330"/>
            <a:ext cx="2722397" cy="75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 txBox="1"/>
          <p:nvPr/>
        </p:nvSpPr>
        <p:spPr>
          <a:xfrm>
            <a:off x="5973763" y="6766560"/>
            <a:ext cx="261937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626469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endParaRPr/>
          </a:p>
        </p:txBody>
      </p:sp>
      <p:pic>
        <p:nvPicPr>
          <p:cNvPr id="108" name="Google Shape;10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03507" y="4612"/>
            <a:ext cx="2280102" cy="54259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laser&#10;&#10;Description automatically generated" id="202" name="Google Shape;202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898" l="0" r="0" t="4898"/>
          <a:stretch/>
        </p:blipFill>
        <p:spPr>
          <a:xfrm>
            <a:off x="0" y="-1"/>
            <a:ext cx="12192000" cy="353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203" name="Google Shape;203;p1"/>
          <p:cNvSpPr txBox="1"/>
          <p:nvPr>
            <p:ph type="ctrTitle"/>
          </p:nvPr>
        </p:nvSpPr>
        <p:spPr>
          <a:xfrm>
            <a:off x="223516" y="2275198"/>
            <a:ext cx="115651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/>
              <a:t>University Hackathon </a:t>
            </a:r>
            <a:endParaRPr/>
          </a:p>
        </p:txBody>
      </p:sp>
      <p:sp>
        <p:nvSpPr>
          <p:cNvPr id="204" name="Google Shape;204;p1"/>
          <p:cNvSpPr txBox="1"/>
          <p:nvPr>
            <p:ph idx="4294967295" type="sldNum"/>
          </p:nvPr>
        </p:nvSpPr>
        <p:spPr>
          <a:xfrm>
            <a:off x="0" y="6477000"/>
            <a:ext cx="701675" cy="122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"/>
          <p:cNvSpPr txBox="1"/>
          <p:nvPr/>
        </p:nvSpPr>
        <p:spPr>
          <a:xfrm>
            <a:off x="4247634" y="3808462"/>
            <a:ext cx="609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Team Name : </a:t>
            </a:r>
            <a:r>
              <a:rPr b="1" lang="en-US" sz="2400">
                <a:solidFill>
                  <a:schemeClr val="dk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DigiSeva</a:t>
            </a:r>
            <a:endParaRPr>
              <a:highlight>
                <a:schemeClr val="lt1"/>
              </a:highlight>
            </a:endParaRPr>
          </a:p>
        </p:txBody>
      </p:sp>
      <p:grpSp>
        <p:nvGrpSpPr>
          <p:cNvPr id="206" name="Google Shape;206;p1"/>
          <p:cNvGrpSpPr/>
          <p:nvPr/>
        </p:nvGrpSpPr>
        <p:grpSpPr>
          <a:xfrm>
            <a:off x="638975" y="4538800"/>
            <a:ext cx="10274100" cy="746735"/>
            <a:chOff x="-234816" y="1068364"/>
            <a:chExt cx="10274100" cy="746735"/>
          </a:xfrm>
        </p:grpSpPr>
        <p:sp>
          <p:nvSpPr>
            <p:cNvPr id="207" name="Google Shape;207;p1"/>
            <p:cNvSpPr/>
            <p:nvPr/>
          </p:nvSpPr>
          <p:spPr>
            <a:xfrm>
              <a:off x="165446" y="1068370"/>
              <a:ext cx="2389534" cy="746729"/>
            </a:xfrm>
            <a:prstGeom prst="rect">
              <a:avLst/>
            </a:prstGeom>
            <a:solidFill>
              <a:schemeClr val="lt1">
                <a:alpha val="40000"/>
              </a:scheme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"/>
            <p:cNvSpPr txBox="1"/>
            <p:nvPr/>
          </p:nvSpPr>
          <p:spPr>
            <a:xfrm>
              <a:off x="-234816" y="1068364"/>
              <a:ext cx="10274100" cy="7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505775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1" lang="en-US" sz="2100">
                  <a:solidFill>
                    <a:schemeClr val="dk1"/>
                  </a:solidFill>
                  <a:highlight>
                    <a:schemeClr val="lt1"/>
                  </a:highlight>
                  <a:latin typeface="Calibri"/>
                  <a:ea typeface="Calibri"/>
                  <a:cs typeface="Calibri"/>
                  <a:sym typeface="Calibri"/>
                </a:rPr>
                <a:t>Team Member-1 </a:t>
              </a:r>
              <a:endParaRPr b="1" sz="21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1" lang="en-US" sz="2100">
                  <a:solidFill>
                    <a:schemeClr val="dk1"/>
                  </a:solidFill>
                  <a:highlight>
                    <a:schemeClr val="lt1"/>
                  </a:highlight>
                  <a:latin typeface="Calibri"/>
                  <a:ea typeface="Calibri"/>
                  <a:cs typeface="Calibri"/>
                  <a:sym typeface="Calibri"/>
                </a:rPr>
                <a:t>DEVANSH GOENKA</a:t>
              </a:r>
              <a:endParaRPr b="1" sz="21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"/>
          <p:cNvGrpSpPr/>
          <p:nvPr/>
        </p:nvGrpSpPr>
        <p:grpSpPr>
          <a:xfrm>
            <a:off x="8615593" y="4538800"/>
            <a:ext cx="2977511" cy="746725"/>
            <a:chOff x="165446" y="1317870"/>
            <a:chExt cx="2695800" cy="746725"/>
          </a:xfrm>
        </p:grpSpPr>
        <p:sp>
          <p:nvSpPr>
            <p:cNvPr id="210" name="Google Shape;210;p1"/>
            <p:cNvSpPr/>
            <p:nvPr/>
          </p:nvSpPr>
          <p:spPr>
            <a:xfrm>
              <a:off x="165446" y="1317895"/>
              <a:ext cx="2389500" cy="746700"/>
            </a:xfrm>
            <a:prstGeom prst="rect">
              <a:avLst/>
            </a:prstGeom>
            <a:solidFill>
              <a:schemeClr val="lt1">
                <a:alpha val="40000"/>
              </a:scheme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"/>
            <p:cNvSpPr txBox="1"/>
            <p:nvPr/>
          </p:nvSpPr>
          <p:spPr>
            <a:xfrm>
              <a:off x="165446" y="1317870"/>
              <a:ext cx="2695800" cy="7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505775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1" lang="en-US" sz="2100">
                  <a:solidFill>
                    <a:schemeClr val="dk1"/>
                  </a:solidFill>
                  <a:highlight>
                    <a:schemeClr val="lt1"/>
                  </a:highlight>
                  <a:latin typeface="Calibri"/>
                  <a:ea typeface="Calibri"/>
                  <a:cs typeface="Calibri"/>
                  <a:sym typeface="Calibri"/>
                </a:rPr>
                <a:t>Team Member-3 TANMAY SINGH</a:t>
              </a:r>
              <a:endParaRPr>
                <a:highlight>
                  <a:schemeClr val="lt1"/>
                </a:highlight>
              </a:endParaRPr>
            </a:p>
          </p:txBody>
        </p:sp>
      </p:grpSp>
      <p:grpSp>
        <p:nvGrpSpPr>
          <p:cNvPr id="212" name="Google Shape;212;p1"/>
          <p:cNvGrpSpPr/>
          <p:nvPr/>
        </p:nvGrpSpPr>
        <p:grpSpPr>
          <a:xfrm>
            <a:off x="4425075" y="4538793"/>
            <a:ext cx="3416100" cy="746729"/>
            <a:chOff x="-157632" y="1068370"/>
            <a:chExt cx="3416100" cy="746729"/>
          </a:xfrm>
        </p:grpSpPr>
        <p:sp>
          <p:nvSpPr>
            <p:cNvPr id="213" name="Google Shape;213;p1"/>
            <p:cNvSpPr/>
            <p:nvPr/>
          </p:nvSpPr>
          <p:spPr>
            <a:xfrm>
              <a:off x="165446" y="1068370"/>
              <a:ext cx="2389534" cy="746729"/>
            </a:xfrm>
            <a:prstGeom prst="rect">
              <a:avLst/>
            </a:prstGeom>
            <a:solidFill>
              <a:schemeClr val="lt1">
                <a:alpha val="40000"/>
              </a:scheme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"/>
            <p:cNvSpPr txBox="1"/>
            <p:nvPr/>
          </p:nvSpPr>
          <p:spPr>
            <a:xfrm>
              <a:off x="-157632" y="1068377"/>
              <a:ext cx="3416100" cy="7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505775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1" lang="en-US" sz="2100">
                  <a:solidFill>
                    <a:schemeClr val="dk1"/>
                  </a:solidFill>
                  <a:highlight>
                    <a:schemeClr val="lt1"/>
                  </a:highlight>
                  <a:latin typeface="Calibri"/>
                  <a:ea typeface="Calibri"/>
                  <a:cs typeface="Calibri"/>
                  <a:sym typeface="Calibri"/>
                </a:rPr>
                <a:t>Team Member-2 PANSHUL ARORA</a:t>
              </a:r>
              <a:endParaRPr>
                <a:highlight>
                  <a:schemeClr val="lt1"/>
                </a:highlight>
              </a:endParaRPr>
            </a:p>
          </p:txBody>
        </p:sp>
      </p:grpSp>
      <p:pic>
        <p:nvPicPr>
          <p:cNvPr id="215" name="Google Shape;21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23"/>
            <a:ext cx="12191998" cy="685435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2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Property of Schneider Electric |</a:t>
            </a:r>
            <a:endParaRPr/>
          </a:p>
        </p:txBody>
      </p:sp>
      <p:sp>
        <p:nvSpPr>
          <p:cNvPr id="222" name="Google Shape;222;p2"/>
          <p:cNvSpPr txBox="1"/>
          <p:nvPr>
            <p:ph idx="2" type="body"/>
          </p:nvPr>
        </p:nvSpPr>
        <p:spPr>
          <a:xfrm>
            <a:off x="336551" y="306916"/>
            <a:ext cx="115294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09539" lvl="0" marL="230704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rPr b="1" lang="en-US"/>
              <a:t>Architecture / Approach</a:t>
            </a:r>
            <a:endParaRPr/>
          </a:p>
        </p:txBody>
      </p:sp>
      <p:pic>
        <p:nvPicPr>
          <p:cNvPr id="223" name="Google Shape;22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1218550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3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Property of Schneider Electric |</a:t>
            </a:r>
            <a:endParaRPr/>
          </a:p>
        </p:txBody>
      </p:sp>
      <p:sp>
        <p:nvSpPr>
          <p:cNvPr id="230" name="Google Shape;230;p3"/>
          <p:cNvSpPr txBox="1"/>
          <p:nvPr>
            <p:ph idx="2" type="body"/>
          </p:nvPr>
        </p:nvSpPr>
        <p:spPr>
          <a:xfrm>
            <a:off x="166055" y="258682"/>
            <a:ext cx="115294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08915" lvl="0" marL="230505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00B050"/>
                </a:solidFill>
              </a:rPr>
              <a:t>Overall Sequence flow </a:t>
            </a:r>
            <a:endParaRPr b="1"/>
          </a:p>
        </p:txBody>
      </p:sp>
      <p:pic>
        <p:nvPicPr>
          <p:cNvPr id="231" name="Google Shape;23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7824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"/>
          <p:cNvSpPr txBox="1"/>
          <p:nvPr>
            <p:ph idx="12" type="sldNum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4"/>
          <p:cNvSpPr txBox="1"/>
          <p:nvPr>
            <p:ph idx="11" type="ftr"/>
          </p:nvPr>
        </p:nvSpPr>
        <p:spPr>
          <a:xfrm>
            <a:off x="336551" y="6476207"/>
            <a:ext cx="201302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Property of Schneider Electric |</a:t>
            </a:r>
            <a:endParaRPr/>
          </a:p>
        </p:txBody>
      </p:sp>
      <p:sp>
        <p:nvSpPr>
          <p:cNvPr id="238" name="Google Shape;238;p4"/>
          <p:cNvSpPr txBox="1"/>
          <p:nvPr>
            <p:ph idx="2" type="body"/>
          </p:nvPr>
        </p:nvSpPr>
        <p:spPr>
          <a:xfrm>
            <a:off x="336551" y="306916"/>
            <a:ext cx="11529483" cy="93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9539" lvl="0" marL="230704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rPr b="1" lang="en-US"/>
              <a:t>Tools used</a:t>
            </a:r>
            <a:endParaRPr/>
          </a:p>
        </p:txBody>
      </p:sp>
      <p:pic>
        <p:nvPicPr>
          <p:cNvPr id="239" name="Google Shape;23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1218556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chneider Text Slides">
  <a:themeElements>
    <a:clrScheme name="SE Life Green MS Office">
      <a:dk1>
        <a:srgbClr val="000000"/>
      </a:dk1>
      <a:lt1>
        <a:srgbClr val="FFFFFF"/>
      </a:lt1>
      <a:dk2>
        <a:srgbClr val="3DCD58"/>
      </a:dk2>
      <a:lt2>
        <a:srgbClr val="3DCD58"/>
      </a:lt2>
      <a:accent1>
        <a:srgbClr val="626469"/>
      </a:accent1>
      <a:accent2>
        <a:srgbClr val="9FA0A4"/>
      </a:accent2>
      <a:accent3>
        <a:srgbClr val="FFD100"/>
      </a:accent3>
      <a:accent4>
        <a:srgbClr val="E47F00"/>
      </a:accent4>
      <a:accent5>
        <a:srgbClr val="B10043"/>
      </a:accent5>
      <a:accent6>
        <a:srgbClr val="42B4E6"/>
      </a:accent6>
      <a:hlink>
        <a:srgbClr val="B10043"/>
      </a:hlink>
      <a:folHlink>
        <a:srgbClr val="42B4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2023-06-23T07:20:42Z</dcterms:created>
  <dc:creator>Arun Kumar Kalap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f93e5f-d3c2-49a7-ba94-15405423c204_Enabled">
    <vt:lpwstr>true</vt:lpwstr>
  </property>
  <property fmtid="{D5CDD505-2E9C-101B-9397-08002B2CF9AE}" pid="3" name="MSIP_Label_23f93e5f-d3c2-49a7-ba94-15405423c204_SetDate">
    <vt:lpwstr>2023-07-17T10:10:28Z</vt:lpwstr>
  </property>
  <property fmtid="{D5CDD505-2E9C-101B-9397-08002B2CF9AE}" pid="4" name="MSIP_Label_23f93e5f-d3c2-49a7-ba94-15405423c204_Method">
    <vt:lpwstr>Standard</vt:lpwstr>
  </property>
  <property fmtid="{D5CDD505-2E9C-101B-9397-08002B2CF9AE}" pid="5" name="MSIP_Label_23f93e5f-d3c2-49a7-ba94-15405423c204_Name">
    <vt:lpwstr>SE Internal</vt:lpwstr>
  </property>
  <property fmtid="{D5CDD505-2E9C-101B-9397-08002B2CF9AE}" pid="6" name="MSIP_Label_23f93e5f-d3c2-49a7-ba94-15405423c204_SiteId">
    <vt:lpwstr>6e51e1ad-c54b-4b39-b598-0ffe9ae68fef</vt:lpwstr>
  </property>
  <property fmtid="{D5CDD505-2E9C-101B-9397-08002B2CF9AE}" pid="7" name="MSIP_Label_23f93e5f-d3c2-49a7-ba94-15405423c204_ActionId">
    <vt:lpwstr>40ae2229-4789-4747-9742-633e035b4d79</vt:lpwstr>
  </property>
  <property fmtid="{D5CDD505-2E9C-101B-9397-08002B2CF9AE}" pid="8" name="MSIP_Label_23f93e5f-d3c2-49a7-ba94-15405423c204_ContentBits">
    <vt:lpwstr>2</vt:lpwstr>
  </property>
  <property fmtid="{D5CDD505-2E9C-101B-9397-08002B2CF9AE}" pid="9" name="ContentTypeId">
    <vt:lpwstr>0x0101003AD84D1BB90BAD42B13CEB0F89009F60</vt:lpwstr>
  </property>
  <property fmtid="{D5CDD505-2E9C-101B-9397-08002B2CF9AE}" pid="10" name="MediaServiceImageTags">
    <vt:lpwstr/>
  </property>
</Properties>
</file>