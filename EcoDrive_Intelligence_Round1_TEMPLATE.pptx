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3" r:id="rId5"/>
  </p:sldMasterIdLst>
  <p:notesMasterIdLst>
    <p:notesMasterId r:id="rId10"/>
  </p:notesMasterIdLst>
  <p:sldIdLst>
    <p:sldId id="585" r:id="rId6"/>
    <p:sldId id="270" r:id="rId7"/>
    <p:sldId id="2147470351" r:id="rId8"/>
    <p:sldId id="214747035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D1F157-A8AC-4D21-A7D4-F621A307C2F6}" v="71" dt="2024-12-09T06:29:12.630"/>
    <p1510:client id="{39F4FD1D-3191-7DDC-3FA1-764685F9ED16}" v="3" dt="2024-12-09T05:36:33.48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6" d="100"/>
          <a:sy n="66" d="100"/>
        </p:scale>
        <p:origin x="1301"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E9880A-C67B-4C87-ADA4-380D21D27CF0}" type="datetimeFigureOut">
              <a:rPr lang="en-IN" smtClean="0"/>
              <a:t>30-08-2026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A730E3-CDA4-4F39-8561-EEDB9DD5D3D4}" type="slidenum">
              <a:rPr lang="en-IN" smtClean="0"/>
              <a:t>‹#›</a:t>
            </a:fld>
            <a:endParaRPr lang="en-IN"/>
          </a:p>
        </p:txBody>
      </p:sp>
    </p:spTree>
    <p:extLst>
      <p:ext uri="{BB962C8B-B14F-4D97-AF65-F5344CB8AC3E}">
        <p14:creationId xmlns:p14="http://schemas.microsoft.com/office/powerpoint/2010/main" val="27222226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24318-51E0-FB57-8C9B-126DAB76722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D4EB0BD-3AB5-4083-ABE2-9D8202BE03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4C65172-1506-530D-2569-FA700D5E4924}"/>
              </a:ext>
            </a:extLst>
          </p:cNvPr>
          <p:cNvSpPr>
            <a:spLocks noGrp="1"/>
          </p:cNvSpPr>
          <p:nvPr>
            <p:ph type="dt" sz="half" idx="10"/>
          </p:nvPr>
        </p:nvSpPr>
        <p:spPr/>
        <p:txBody>
          <a:bodyPr/>
          <a:lstStyle/>
          <a:p>
            <a:fld id="{8472DD60-DFB4-480A-AE84-05B5A5FE865B}" type="datetimeFigureOut">
              <a:rPr lang="en-IN" smtClean="0"/>
              <a:t>30-08-2026</a:t>
            </a:fld>
            <a:endParaRPr lang="en-IN"/>
          </a:p>
        </p:txBody>
      </p:sp>
      <p:sp>
        <p:nvSpPr>
          <p:cNvPr id="5" name="Footer Placeholder 4">
            <a:extLst>
              <a:ext uri="{FF2B5EF4-FFF2-40B4-BE49-F238E27FC236}">
                <a16:creationId xmlns:a16="http://schemas.microsoft.com/office/drawing/2014/main" id="{FEDC5901-C77B-1AE1-CECD-28E00BFC8E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CE99D9-7B61-FB1F-273A-54ECDB52C79A}"/>
              </a:ext>
            </a:extLst>
          </p:cNvPr>
          <p:cNvSpPr>
            <a:spLocks noGrp="1"/>
          </p:cNvSpPr>
          <p:nvPr>
            <p:ph type="sldNum" sz="quarter" idx="12"/>
          </p:nvPr>
        </p:nvSpPr>
        <p:spPr/>
        <p:txBody>
          <a:bodyPr/>
          <a:lstStyle/>
          <a:p>
            <a:fld id="{8E155558-34CA-421C-95A1-5113DE787655}" type="slidenum">
              <a:rPr lang="en-IN" smtClean="0"/>
              <a:t>‹#›</a:t>
            </a:fld>
            <a:endParaRPr lang="en-IN"/>
          </a:p>
        </p:txBody>
      </p:sp>
    </p:spTree>
    <p:extLst>
      <p:ext uri="{BB962C8B-B14F-4D97-AF65-F5344CB8AC3E}">
        <p14:creationId xmlns:p14="http://schemas.microsoft.com/office/powerpoint/2010/main" val="42530208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14D13-4D29-70EE-735A-CC0DABCFF1A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24A4883-95B4-5200-9624-E8B5DBD589D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82465E8-E84C-2F6F-F119-2016EEB4F01A}"/>
              </a:ext>
            </a:extLst>
          </p:cNvPr>
          <p:cNvSpPr>
            <a:spLocks noGrp="1"/>
          </p:cNvSpPr>
          <p:nvPr>
            <p:ph type="dt" sz="half" idx="10"/>
          </p:nvPr>
        </p:nvSpPr>
        <p:spPr/>
        <p:txBody>
          <a:bodyPr/>
          <a:lstStyle/>
          <a:p>
            <a:fld id="{8472DD60-DFB4-480A-AE84-05B5A5FE865B}" type="datetimeFigureOut">
              <a:rPr lang="en-IN" smtClean="0"/>
              <a:t>30-08-2026</a:t>
            </a:fld>
            <a:endParaRPr lang="en-IN"/>
          </a:p>
        </p:txBody>
      </p:sp>
      <p:sp>
        <p:nvSpPr>
          <p:cNvPr id="5" name="Footer Placeholder 4">
            <a:extLst>
              <a:ext uri="{FF2B5EF4-FFF2-40B4-BE49-F238E27FC236}">
                <a16:creationId xmlns:a16="http://schemas.microsoft.com/office/drawing/2014/main" id="{87123E74-0A43-805A-C717-B4591F3201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D3749C0-B3E9-C41D-5DE1-3E539F0749A4}"/>
              </a:ext>
            </a:extLst>
          </p:cNvPr>
          <p:cNvSpPr>
            <a:spLocks noGrp="1"/>
          </p:cNvSpPr>
          <p:nvPr>
            <p:ph type="sldNum" sz="quarter" idx="12"/>
          </p:nvPr>
        </p:nvSpPr>
        <p:spPr/>
        <p:txBody>
          <a:bodyPr/>
          <a:lstStyle/>
          <a:p>
            <a:fld id="{8E155558-34CA-421C-95A1-5113DE787655}" type="slidenum">
              <a:rPr lang="en-IN" smtClean="0"/>
              <a:t>‹#›</a:t>
            </a:fld>
            <a:endParaRPr lang="en-IN"/>
          </a:p>
        </p:txBody>
      </p:sp>
    </p:spTree>
    <p:extLst>
      <p:ext uri="{BB962C8B-B14F-4D97-AF65-F5344CB8AC3E}">
        <p14:creationId xmlns:p14="http://schemas.microsoft.com/office/powerpoint/2010/main" val="4091051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22708-691E-BCFC-03FD-6874D224EC7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A9EF68B-347D-73F0-17C3-810BAB8D312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464CA58-B643-D79E-86F6-B5B363F39FBE}"/>
              </a:ext>
            </a:extLst>
          </p:cNvPr>
          <p:cNvSpPr>
            <a:spLocks noGrp="1"/>
          </p:cNvSpPr>
          <p:nvPr>
            <p:ph type="dt" sz="half" idx="10"/>
          </p:nvPr>
        </p:nvSpPr>
        <p:spPr/>
        <p:txBody>
          <a:bodyPr/>
          <a:lstStyle/>
          <a:p>
            <a:fld id="{8472DD60-DFB4-480A-AE84-05B5A5FE865B}" type="datetimeFigureOut">
              <a:rPr lang="en-IN" smtClean="0"/>
              <a:t>30-08-2026</a:t>
            </a:fld>
            <a:endParaRPr lang="en-IN"/>
          </a:p>
        </p:txBody>
      </p:sp>
      <p:sp>
        <p:nvSpPr>
          <p:cNvPr id="5" name="Footer Placeholder 4">
            <a:extLst>
              <a:ext uri="{FF2B5EF4-FFF2-40B4-BE49-F238E27FC236}">
                <a16:creationId xmlns:a16="http://schemas.microsoft.com/office/drawing/2014/main" id="{EB1804B0-6FC0-16FF-A6AB-74CD77DC600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DAEAB8-02F2-03AA-5682-BCDCEBA27F78}"/>
              </a:ext>
            </a:extLst>
          </p:cNvPr>
          <p:cNvSpPr>
            <a:spLocks noGrp="1"/>
          </p:cNvSpPr>
          <p:nvPr>
            <p:ph type="sldNum" sz="quarter" idx="12"/>
          </p:nvPr>
        </p:nvSpPr>
        <p:spPr/>
        <p:txBody>
          <a:bodyPr/>
          <a:lstStyle/>
          <a:p>
            <a:fld id="{8E155558-34CA-421C-95A1-5113DE787655}" type="slidenum">
              <a:rPr lang="en-IN" smtClean="0"/>
              <a:t>‹#›</a:t>
            </a:fld>
            <a:endParaRPr lang="en-IN"/>
          </a:p>
        </p:txBody>
      </p:sp>
    </p:spTree>
    <p:extLst>
      <p:ext uri="{BB962C8B-B14F-4D97-AF65-F5344CB8AC3E}">
        <p14:creationId xmlns:p14="http://schemas.microsoft.com/office/powerpoint/2010/main" val="36883232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EB5D8-4C69-A528-3AA5-83BEE157993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5124124-21BF-743E-E798-48B7A41F4E6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50E7B86-3797-CB16-961C-449FFA9F4E1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1D0765A-3634-27AF-D4BF-513FA720A5C3}"/>
              </a:ext>
            </a:extLst>
          </p:cNvPr>
          <p:cNvSpPr>
            <a:spLocks noGrp="1"/>
          </p:cNvSpPr>
          <p:nvPr>
            <p:ph type="dt" sz="half" idx="10"/>
          </p:nvPr>
        </p:nvSpPr>
        <p:spPr/>
        <p:txBody>
          <a:bodyPr/>
          <a:lstStyle/>
          <a:p>
            <a:fld id="{8472DD60-DFB4-480A-AE84-05B5A5FE865B}" type="datetimeFigureOut">
              <a:rPr lang="en-IN" smtClean="0"/>
              <a:t>30-08-2026</a:t>
            </a:fld>
            <a:endParaRPr lang="en-IN"/>
          </a:p>
        </p:txBody>
      </p:sp>
      <p:sp>
        <p:nvSpPr>
          <p:cNvPr id="6" name="Footer Placeholder 5">
            <a:extLst>
              <a:ext uri="{FF2B5EF4-FFF2-40B4-BE49-F238E27FC236}">
                <a16:creationId xmlns:a16="http://schemas.microsoft.com/office/drawing/2014/main" id="{EEC82FB4-84D7-A9C7-1AF2-26D1C47F91B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BACF9C1-8698-ABD5-8B95-E0887BF17FD7}"/>
              </a:ext>
            </a:extLst>
          </p:cNvPr>
          <p:cNvSpPr>
            <a:spLocks noGrp="1"/>
          </p:cNvSpPr>
          <p:nvPr>
            <p:ph type="sldNum" sz="quarter" idx="12"/>
          </p:nvPr>
        </p:nvSpPr>
        <p:spPr/>
        <p:txBody>
          <a:bodyPr/>
          <a:lstStyle/>
          <a:p>
            <a:fld id="{8E155558-34CA-421C-95A1-5113DE787655}" type="slidenum">
              <a:rPr lang="en-IN" smtClean="0"/>
              <a:t>‹#›</a:t>
            </a:fld>
            <a:endParaRPr lang="en-IN"/>
          </a:p>
        </p:txBody>
      </p:sp>
    </p:spTree>
    <p:extLst>
      <p:ext uri="{BB962C8B-B14F-4D97-AF65-F5344CB8AC3E}">
        <p14:creationId xmlns:p14="http://schemas.microsoft.com/office/powerpoint/2010/main" val="853915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6009B-DE29-D065-B8FB-204AE2D56B7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B4ADBFB-A076-BE68-2585-54A18A45F3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D03C30A-CDFB-8544-44DE-B7F47ED1CCB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066800C-36A0-2831-9FE1-A790C80F93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4F28854-166B-C71B-C7AD-4C22C13881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49FA4BB-060B-3796-1D7C-A65703166D8A}"/>
              </a:ext>
            </a:extLst>
          </p:cNvPr>
          <p:cNvSpPr>
            <a:spLocks noGrp="1"/>
          </p:cNvSpPr>
          <p:nvPr>
            <p:ph type="dt" sz="half" idx="10"/>
          </p:nvPr>
        </p:nvSpPr>
        <p:spPr/>
        <p:txBody>
          <a:bodyPr/>
          <a:lstStyle/>
          <a:p>
            <a:fld id="{8472DD60-DFB4-480A-AE84-05B5A5FE865B}" type="datetimeFigureOut">
              <a:rPr lang="en-IN" smtClean="0"/>
              <a:t>30-08-2026</a:t>
            </a:fld>
            <a:endParaRPr lang="en-IN"/>
          </a:p>
        </p:txBody>
      </p:sp>
      <p:sp>
        <p:nvSpPr>
          <p:cNvPr id="8" name="Footer Placeholder 7">
            <a:extLst>
              <a:ext uri="{FF2B5EF4-FFF2-40B4-BE49-F238E27FC236}">
                <a16:creationId xmlns:a16="http://schemas.microsoft.com/office/drawing/2014/main" id="{44A07853-6CDF-B5B1-0B41-87013D410E1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0B64CAC-703F-55E6-BA3E-F014E2132F19}"/>
              </a:ext>
            </a:extLst>
          </p:cNvPr>
          <p:cNvSpPr>
            <a:spLocks noGrp="1"/>
          </p:cNvSpPr>
          <p:nvPr>
            <p:ph type="sldNum" sz="quarter" idx="12"/>
          </p:nvPr>
        </p:nvSpPr>
        <p:spPr/>
        <p:txBody>
          <a:bodyPr/>
          <a:lstStyle/>
          <a:p>
            <a:fld id="{8E155558-34CA-421C-95A1-5113DE787655}" type="slidenum">
              <a:rPr lang="en-IN" smtClean="0"/>
              <a:t>‹#›</a:t>
            </a:fld>
            <a:endParaRPr lang="en-IN"/>
          </a:p>
        </p:txBody>
      </p:sp>
    </p:spTree>
    <p:extLst>
      <p:ext uri="{BB962C8B-B14F-4D97-AF65-F5344CB8AC3E}">
        <p14:creationId xmlns:p14="http://schemas.microsoft.com/office/powerpoint/2010/main" val="35947843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7BFA8-0039-64CD-F596-1BE369509E9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70C85E7-EEFC-B72B-9592-2D89102CBAF0}"/>
              </a:ext>
            </a:extLst>
          </p:cNvPr>
          <p:cNvSpPr>
            <a:spLocks noGrp="1"/>
          </p:cNvSpPr>
          <p:nvPr>
            <p:ph type="dt" sz="half" idx="10"/>
          </p:nvPr>
        </p:nvSpPr>
        <p:spPr/>
        <p:txBody>
          <a:bodyPr/>
          <a:lstStyle/>
          <a:p>
            <a:fld id="{8472DD60-DFB4-480A-AE84-05B5A5FE865B}" type="datetimeFigureOut">
              <a:rPr lang="en-IN" smtClean="0"/>
              <a:t>30-08-2026</a:t>
            </a:fld>
            <a:endParaRPr lang="en-IN"/>
          </a:p>
        </p:txBody>
      </p:sp>
      <p:sp>
        <p:nvSpPr>
          <p:cNvPr id="4" name="Footer Placeholder 3">
            <a:extLst>
              <a:ext uri="{FF2B5EF4-FFF2-40B4-BE49-F238E27FC236}">
                <a16:creationId xmlns:a16="http://schemas.microsoft.com/office/drawing/2014/main" id="{519105D1-0E2C-D83E-7822-6A704CE3AD0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AC5A89F-4669-385A-CFC0-A7ECA5F85886}"/>
              </a:ext>
            </a:extLst>
          </p:cNvPr>
          <p:cNvSpPr>
            <a:spLocks noGrp="1"/>
          </p:cNvSpPr>
          <p:nvPr>
            <p:ph type="sldNum" sz="quarter" idx="12"/>
          </p:nvPr>
        </p:nvSpPr>
        <p:spPr/>
        <p:txBody>
          <a:bodyPr/>
          <a:lstStyle/>
          <a:p>
            <a:fld id="{8E155558-34CA-421C-95A1-5113DE787655}" type="slidenum">
              <a:rPr lang="en-IN" smtClean="0"/>
              <a:t>‹#›</a:t>
            </a:fld>
            <a:endParaRPr lang="en-IN"/>
          </a:p>
        </p:txBody>
      </p:sp>
    </p:spTree>
    <p:extLst>
      <p:ext uri="{BB962C8B-B14F-4D97-AF65-F5344CB8AC3E}">
        <p14:creationId xmlns:p14="http://schemas.microsoft.com/office/powerpoint/2010/main" val="41357334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18CCE5-1456-8361-4036-29409AFEFC31}"/>
              </a:ext>
            </a:extLst>
          </p:cNvPr>
          <p:cNvSpPr>
            <a:spLocks noGrp="1"/>
          </p:cNvSpPr>
          <p:nvPr>
            <p:ph type="dt" sz="half" idx="10"/>
          </p:nvPr>
        </p:nvSpPr>
        <p:spPr/>
        <p:txBody>
          <a:bodyPr/>
          <a:lstStyle/>
          <a:p>
            <a:fld id="{8472DD60-DFB4-480A-AE84-05B5A5FE865B}" type="datetimeFigureOut">
              <a:rPr lang="en-IN" smtClean="0"/>
              <a:t>30-08-2026</a:t>
            </a:fld>
            <a:endParaRPr lang="en-IN"/>
          </a:p>
        </p:txBody>
      </p:sp>
      <p:sp>
        <p:nvSpPr>
          <p:cNvPr id="3" name="Footer Placeholder 2">
            <a:extLst>
              <a:ext uri="{FF2B5EF4-FFF2-40B4-BE49-F238E27FC236}">
                <a16:creationId xmlns:a16="http://schemas.microsoft.com/office/drawing/2014/main" id="{7EBFC49C-3304-81E1-5CBB-A41B38D8D2C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09DD443-00C8-0820-B70D-9FD232C5A74E}"/>
              </a:ext>
            </a:extLst>
          </p:cNvPr>
          <p:cNvSpPr>
            <a:spLocks noGrp="1"/>
          </p:cNvSpPr>
          <p:nvPr>
            <p:ph type="sldNum" sz="quarter" idx="12"/>
          </p:nvPr>
        </p:nvSpPr>
        <p:spPr/>
        <p:txBody>
          <a:bodyPr/>
          <a:lstStyle/>
          <a:p>
            <a:fld id="{8E155558-34CA-421C-95A1-5113DE787655}" type="slidenum">
              <a:rPr lang="en-IN" smtClean="0"/>
              <a:t>‹#›</a:t>
            </a:fld>
            <a:endParaRPr lang="en-IN"/>
          </a:p>
        </p:txBody>
      </p:sp>
    </p:spTree>
    <p:extLst>
      <p:ext uri="{BB962C8B-B14F-4D97-AF65-F5344CB8AC3E}">
        <p14:creationId xmlns:p14="http://schemas.microsoft.com/office/powerpoint/2010/main" val="670943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27AB7-9185-8917-DB61-DF3E35F1B7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D5B4F9E-72E1-D624-FDED-8C43DC4F27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DA8AFE3-C49F-04B9-D704-15C46C8985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951555-EC94-5724-DC84-17995708DBE3}"/>
              </a:ext>
            </a:extLst>
          </p:cNvPr>
          <p:cNvSpPr>
            <a:spLocks noGrp="1"/>
          </p:cNvSpPr>
          <p:nvPr>
            <p:ph type="dt" sz="half" idx="10"/>
          </p:nvPr>
        </p:nvSpPr>
        <p:spPr/>
        <p:txBody>
          <a:bodyPr/>
          <a:lstStyle/>
          <a:p>
            <a:fld id="{8472DD60-DFB4-480A-AE84-05B5A5FE865B}" type="datetimeFigureOut">
              <a:rPr lang="en-IN" smtClean="0"/>
              <a:t>30-08-2026</a:t>
            </a:fld>
            <a:endParaRPr lang="en-IN"/>
          </a:p>
        </p:txBody>
      </p:sp>
      <p:sp>
        <p:nvSpPr>
          <p:cNvPr id="6" name="Footer Placeholder 5">
            <a:extLst>
              <a:ext uri="{FF2B5EF4-FFF2-40B4-BE49-F238E27FC236}">
                <a16:creationId xmlns:a16="http://schemas.microsoft.com/office/drawing/2014/main" id="{1949857F-5E81-3A67-B670-5A886620F4A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51198C3-7407-DE7B-1F9F-FD5A9767F445}"/>
              </a:ext>
            </a:extLst>
          </p:cNvPr>
          <p:cNvSpPr>
            <a:spLocks noGrp="1"/>
          </p:cNvSpPr>
          <p:nvPr>
            <p:ph type="sldNum" sz="quarter" idx="12"/>
          </p:nvPr>
        </p:nvSpPr>
        <p:spPr/>
        <p:txBody>
          <a:bodyPr/>
          <a:lstStyle/>
          <a:p>
            <a:fld id="{8E155558-34CA-421C-95A1-5113DE787655}" type="slidenum">
              <a:rPr lang="en-IN" smtClean="0"/>
              <a:t>‹#›</a:t>
            </a:fld>
            <a:endParaRPr lang="en-IN"/>
          </a:p>
        </p:txBody>
      </p:sp>
    </p:spTree>
    <p:extLst>
      <p:ext uri="{BB962C8B-B14F-4D97-AF65-F5344CB8AC3E}">
        <p14:creationId xmlns:p14="http://schemas.microsoft.com/office/powerpoint/2010/main" val="6253539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24183-4369-4B30-12E4-EE0BB75D93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9EB57C0-9D7C-B024-6BC2-CB4778DC5A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9AA0C07-3978-E08C-9889-A11C026402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D196F1-9F3C-9C0F-C2FB-02AB42A371CF}"/>
              </a:ext>
            </a:extLst>
          </p:cNvPr>
          <p:cNvSpPr>
            <a:spLocks noGrp="1"/>
          </p:cNvSpPr>
          <p:nvPr>
            <p:ph type="dt" sz="half" idx="10"/>
          </p:nvPr>
        </p:nvSpPr>
        <p:spPr/>
        <p:txBody>
          <a:bodyPr/>
          <a:lstStyle/>
          <a:p>
            <a:fld id="{8472DD60-DFB4-480A-AE84-05B5A5FE865B}" type="datetimeFigureOut">
              <a:rPr lang="en-IN" smtClean="0"/>
              <a:t>30-08-2026</a:t>
            </a:fld>
            <a:endParaRPr lang="en-IN"/>
          </a:p>
        </p:txBody>
      </p:sp>
      <p:sp>
        <p:nvSpPr>
          <p:cNvPr id="6" name="Footer Placeholder 5">
            <a:extLst>
              <a:ext uri="{FF2B5EF4-FFF2-40B4-BE49-F238E27FC236}">
                <a16:creationId xmlns:a16="http://schemas.microsoft.com/office/drawing/2014/main" id="{A8AD6C8B-8ABA-C3BC-E315-CADEC9872A6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43E6734-021F-9EB2-6382-D8D6CAD7A7A3}"/>
              </a:ext>
            </a:extLst>
          </p:cNvPr>
          <p:cNvSpPr>
            <a:spLocks noGrp="1"/>
          </p:cNvSpPr>
          <p:nvPr>
            <p:ph type="sldNum" sz="quarter" idx="12"/>
          </p:nvPr>
        </p:nvSpPr>
        <p:spPr/>
        <p:txBody>
          <a:bodyPr/>
          <a:lstStyle/>
          <a:p>
            <a:fld id="{8E155558-34CA-421C-95A1-5113DE787655}" type="slidenum">
              <a:rPr lang="en-IN" smtClean="0"/>
              <a:t>‹#›</a:t>
            </a:fld>
            <a:endParaRPr lang="en-IN"/>
          </a:p>
        </p:txBody>
      </p:sp>
    </p:spTree>
    <p:extLst>
      <p:ext uri="{BB962C8B-B14F-4D97-AF65-F5344CB8AC3E}">
        <p14:creationId xmlns:p14="http://schemas.microsoft.com/office/powerpoint/2010/main" val="4272529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C0F7E-C5A3-EEB7-7A6C-DBDB4CEF594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45D07AB-90FB-5B5E-91F3-C3D729BF0B0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764C863-B3E8-D962-6C0C-042CC0B73500}"/>
              </a:ext>
            </a:extLst>
          </p:cNvPr>
          <p:cNvSpPr>
            <a:spLocks noGrp="1"/>
          </p:cNvSpPr>
          <p:nvPr>
            <p:ph type="dt" sz="half" idx="10"/>
          </p:nvPr>
        </p:nvSpPr>
        <p:spPr/>
        <p:txBody>
          <a:bodyPr/>
          <a:lstStyle/>
          <a:p>
            <a:fld id="{8472DD60-DFB4-480A-AE84-05B5A5FE865B}" type="datetimeFigureOut">
              <a:rPr lang="en-IN" smtClean="0"/>
              <a:t>30-08-2026</a:t>
            </a:fld>
            <a:endParaRPr lang="en-IN"/>
          </a:p>
        </p:txBody>
      </p:sp>
      <p:sp>
        <p:nvSpPr>
          <p:cNvPr id="5" name="Footer Placeholder 4">
            <a:extLst>
              <a:ext uri="{FF2B5EF4-FFF2-40B4-BE49-F238E27FC236}">
                <a16:creationId xmlns:a16="http://schemas.microsoft.com/office/drawing/2014/main" id="{6B8DFD23-AB58-6475-A1C8-87A92F7924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DE4454F-C004-1FA2-DF1F-4ABA6D4BCCD2}"/>
              </a:ext>
            </a:extLst>
          </p:cNvPr>
          <p:cNvSpPr>
            <a:spLocks noGrp="1"/>
          </p:cNvSpPr>
          <p:nvPr>
            <p:ph type="sldNum" sz="quarter" idx="12"/>
          </p:nvPr>
        </p:nvSpPr>
        <p:spPr/>
        <p:txBody>
          <a:bodyPr/>
          <a:lstStyle/>
          <a:p>
            <a:fld id="{8E155558-34CA-421C-95A1-5113DE787655}" type="slidenum">
              <a:rPr lang="en-IN" smtClean="0"/>
              <a:t>‹#›</a:t>
            </a:fld>
            <a:endParaRPr lang="en-IN"/>
          </a:p>
        </p:txBody>
      </p:sp>
    </p:spTree>
    <p:extLst>
      <p:ext uri="{BB962C8B-B14F-4D97-AF65-F5344CB8AC3E}">
        <p14:creationId xmlns:p14="http://schemas.microsoft.com/office/powerpoint/2010/main" val="42690035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EBB155-A35F-A3E2-5B92-792CE18F3CA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0FC7519-8238-2A68-80DD-F580359C77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694AE99-A61D-143C-D383-B9CEE1F4BFAA}"/>
              </a:ext>
            </a:extLst>
          </p:cNvPr>
          <p:cNvSpPr>
            <a:spLocks noGrp="1"/>
          </p:cNvSpPr>
          <p:nvPr>
            <p:ph type="dt" sz="half" idx="10"/>
          </p:nvPr>
        </p:nvSpPr>
        <p:spPr/>
        <p:txBody>
          <a:bodyPr/>
          <a:lstStyle/>
          <a:p>
            <a:fld id="{8472DD60-DFB4-480A-AE84-05B5A5FE865B}" type="datetimeFigureOut">
              <a:rPr lang="en-IN" smtClean="0"/>
              <a:t>30-08-2026</a:t>
            </a:fld>
            <a:endParaRPr lang="en-IN"/>
          </a:p>
        </p:txBody>
      </p:sp>
      <p:sp>
        <p:nvSpPr>
          <p:cNvPr id="5" name="Footer Placeholder 4">
            <a:extLst>
              <a:ext uri="{FF2B5EF4-FFF2-40B4-BE49-F238E27FC236}">
                <a16:creationId xmlns:a16="http://schemas.microsoft.com/office/drawing/2014/main" id="{F7D55597-BADD-4227-E515-B1129811D3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BB9B7A0-53D5-2C3F-AE4F-A4930775AB99}"/>
              </a:ext>
            </a:extLst>
          </p:cNvPr>
          <p:cNvSpPr>
            <a:spLocks noGrp="1"/>
          </p:cNvSpPr>
          <p:nvPr>
            <p:ph type="sldNum" sz="quarter" idx="12"/>
          </p:nvPr>
        </p:nvSpPr>
        <p:spPr/>
        <p:txBody>
          <a:bodyPr/>
          <a:lstStyle/>
          <a:p>
            <a:fld id="{8E155558-34CA-421C-95A1-5113DE787655}" type="slidenum">
              <a:rPr lang="en-IN" smtClean="0"/>
              <a:t>‹#›</a:t>
            </a:fld>
            <a:endParaRPr lang="en-IN"/>
          </a:p>
        </p:txBody>
      </p:sp>
    </p:spTree>
    <p:extLst>
      <p:ext uri="{BB962C8B-B14F-4D97-AF65-F5344CB8AC3E}">
        <p14:creationId xmlns:p14="http://schemas.microsoft.com/office/powerpoint/2010/main" val="26539412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Slide_1">
    <p:spTree>
      <p:nvGrpSpPr>
        <p:cNvPr id="1" name=""/>
        <p:cNvGrpSpPr/>
        <p:nvPr/>
      </p:nvGrpSpPr>
      <p:grpSpPr>
        <a:xfrm>
          <a:off x="0" y="0"/>
          <a:ext cx="0" cy="0"/>
          <a:chOff x="0" y="0"/>
          <a:chExt cx="0" cy="0"/>
        </a:xfrm>
      </p:grpSpPr>
      <p:sp>
        <p:nvSpPr>
          <p:cNvPr id="19" name="Espace réservé pour une image  18"/>
          <p:cNvSpPr>
            <a:spLocks noGrp="1"/>
          </p:cNvSpPr>
          <p:nvPr>
            <p:ph type="pic" sz="quarter" idx="14"/>
          </p:nvPr>
        </p:nvSpPr>
        <p:spPr>
          <a:xfrm>
            <a:off x="0" y="0"/>
            <a:ext cx="12192000" cy="5774392"/>
          </a:xfrm>
          <a:prstGeom prst="rect">
            <a:avLst/>
          </a:prstGeom>
          <a:solidFill>
            <a:schemeClr val="bg1">
              <a:lumMod val="95000"/>
            </a:schemeClr>
          </a:solidFill>
        </p:spPr>
        <p:txBody>
          <a:bodyPr lIns="91437" tIns="45718" rIns="91437" bIns="45718"/>
          <a:lstStyle>
            <a:lvl1pPr>
              <a:buNone/>
              <a:defRPr sz="1867">
                <a:solidFill>
                  <a:schemeClr val="bg1">
                    <a:lumMod val="85000"/>
                  </a:schemeClr>
                </a:solidFill>
              </a:defRPr>
            </a:lvl1pPr>
          </a:lstStyle>
          <a:p>
            <a:r>
              <a:rPr lang="en-US"/>
              <a:t>Click icon to add picture</a:t>
            </a:r>
          </a:p>
        </p:txBody>
      </p:sp>
      <p:sp>
        <p:nvSpPr>
          <p:cNvPr id="8" name="Title 1"/>
          <p:cNvSpPr>
            <a:spLocks noGrp="1"/>
          </p:cNvSpPr>
          <p:nvPr>
            <p:ph type="ctrTitle" hasCustomPrompt="1"/>
          </p:nvPr>
        </p:nvSpPr>
        <p:spPr>
          <a:xfrm>
            <a:off x="336553" y="3478965"/>
            <a:ext cx="11565163" cy="738664"/>
          </a:xfrm>
          <a:prstGeom prst="rect">
            <a:avLst/>
          </a:prstGeom>
        </p:spPr>
        <p:txBody>
          <a:bodyPr lIns="0" tIns="0" rIns="0" bIns="0" anchor="ctr" anchorCtr="0">
            <a:noAutofit/>
          </a:bodyPr>
          <a:lstStyle>
            <a:lvl1pPr marL="0" indent="0" algn="l">
              <a:buFont typeface="Arial"/>
              <a:buNone/>
              <a:defRPr sz="4800">
                <a:solidFill>
                  <a:schemeClr val="bg1"/>
                </a:solidFill>
              </a:defRPr>
            </a:lvl1pPr>
          </a:lstStyle>
          <a:p>
            <a:r>
              <a:rPr lang="en-US"/>
              <a:t>Presentation Title</a:t>
            </a:r>
          </a:p>
        </p:txBody>
      </p:sp>
      <p:sp>
        <p:nvSpPr>
          <p:cNvPr id="9" name="Subtitle 2"/>
          <p:cNvSpPr>
            <a:spLocks noGrp="1"/>
          </p:cNvSpPr>
          <p:nvPr>
            <p:ph type="subTitle" idx="1" hasCustomPrompt="1"/>
          </p:nvPr>
        </p:nvSpPr>
        <p:spPr>
          <a:xfrm>
            <a:off x="336553" y="4272329"/>
            <a:ext cx="11565163" cy="287259"/>
          </a:xfrm>
          <a:prstGeom prst="rect">
            <a:avLst/>
          </a:prstGeom>
        </p:spPr>
        <p:txBody>
          <a:bodyPr lIns="0" tIns="0" rIns="0" bIns="0">
            <a:noAutofit/>
          </a:bodyPr>
          <a:lstStyle>
            <a:lvl1pPr marL="0" indent="0" algn="l">
              <a:buNone/>
              <a:defRPr sz="1867" baseline="0">
                <a:solidFill>
                  <a:schemeClr val="bg1"/>
                </a:solidFill>
              </a:defRPr>
            </a:lvl1pPr>
            <a:lvl2pPr marL="609563" indent="0" algn="ctr">
              <a:buNone/>
              <a:defRPr>
                <a:solidFill>
                  <a:schemeClr val="tx1">
                    <a:tint val="75000"/>
                  </a:schemeClr>
                </a:solidFill>
              </a:defRPr>
            </a:lvl2pPr>
            <a:lvl3pPr marL="1219126" indent="0" algn="ctr">
              <a:buNone/>
              <a:defRPr>
                <a:solidFill>
                  <a:schemeClr val="tx1">
                    <a:tint val="75000"/>
                  </a:schemeClr>
                </a:solidFill>
              </a:defRPr>
            </a:lvl3pPr>
            <a:lvl4pPr marL="1828690" indent="0" algn="ctr">
              <a:buNone/>
              <a:defRPr>
                <a:solidFill>
                  <a:schemeClr val="tx1">
                    <a:tint val="75000"/>
                  </a:schemeClr>
                </a:solidFill>
              </a:defRPr>
            </a:lvl4pPr>
            <a:lvl5pPr marL="2438254" indent="0" algn="ctr">
              <a:buNone/>
              <a:defRPr>
                <a:solidFill>
                  <a:schemeClr val="tx1">
                    <a:tint val="75000"/>
                  </a:schemeClr>
                </a:solidFill>
              </a:defRPr>
            </a:lvl5pPr>
            <a:lvl6pPr marL="3047816" indent="0" algn="ctr">
              <a:buNone/>
              <a:defRPr>
                <a:solidFill>
                  <a:schemeClr val="tx1">
                    <a:tint val="75000"/>
                  </a:schemeClr>
                </a:solidFill>
              </a:defRPr>
            </a:lvl6pPr>
            <a:lvl7pPr marL="3657379" indent="0" algn="ctr">
              <a:buNone/>
              <a:defRPr>
                <a:solidFill>
                  <a:schemeClr val="tx1">
                    <a:tint val="75000"/>
                  </a:schemeClr>
                </a:solidFill>
              </a:defRPr>
            </a:lvl7pPr>
            <a:lvl8pPr marL="4266943" indent="0" algn="ctr">
              <a:buNone/>
              <a:defRPr>
                <a:solidFill>
                  <a:schemeClr val="tx1">
                    <a:tint val="75000"/>
                  </a:schemeClr>
                </a:solidFill>
              </a:defRPr>
            </a:lvl8pPr>
            <a:lvl9pPr marL="4876506" indent="0" algn="ctr">
              <a:buNone/>
              <a:defRPr>
                <a:solidFill>
                  <a:schemeClr val="tx1">
                    <a:tint val="75000"/>
                  </a:schemeClr>
                </a:solidFill>
              </a:defRPr>
            </a:lvl9pPr>
          </a:lstStyle>
          <a:p>
            <a:r>
              <a:rPr lang="en-US"/>
              <a:t>Click to Edit Optional Subtitle</a:t>
            </a:r>
          </a:p>
        </p:txBody>
      </p:sp>
      <p:pic>
        <p:nvPicPr>
          <p:cNvPr id="10" name="Picture 9" descr="schneider_LIO_Life-Green_RGB.png"/>
          <p:cNvPicPr>
            <a:picLocks noChangeAspect="1"/>
          </p:cNvPicPr>
          <p:nvPr/>
        </p:nvPicPr>
        <p:blipFill>
          <a:blip r:embed="rId2" cstate="print"/>
          <a:stretch>
            <a:fillRect/>
          </a:stretch>
        </p:blipFill>
        <p:spPr>
          <a:xfrm>
            <a:off x="9422712" y="5993330"/>
            <a:ext cx="2722397" cy="750604"/>
          </a:xfrm>
          <a:prstGeom prst="rect">
            <a:avLst/>
          </a:prstGeom>
        </p:spPr>
      </p:pic>
      <p:sp>
        <p:nvSpPr>
          <p:cNvPr id="14" name="Footer Placeholder 4"/>
          <p:cNvSpPr>
            <a:spLocks noGrp="1"/>
          </p:cNvSpPr>
          <p:nvPr>
            <p:ph type="ftr" sz="quarter" idx="3"/>
          </p:nvPr>
        </p:nvSpPr>
        <p:spPr>
          <a:xfrm>
            <a:off x="336554" y="6476207"/>
            <a:ext cx="2007375" cy="123111"/>
          </a:xfrm>
          <a:prstGeom prst="rect">
            <a:avLst/>
          </a:prstGeom>
        </p:spPr>
        <p:txBody>
          <a:bodyPr vert="horz" wrap="square" lIns="0" tIns="0" rIns="0" bIns="0" rtlCol="0" anchor="ctr">
            <a:spAutoFit/>
          </a:bodyPr>
          <a:lstStyle>
            <a:lvl1pPr algn="l">
              <a:defRPr sz="800">
                <a:solidFill>
                  <a:srgbClr val="4F5156"/>
                </a:solidFill>
                <a:latin typeface="Arial"/>
                <a:cs typeface="Arial"/>
              </a:defRPr>
            </a:lvl1pPr>
          </a:lstStyle>
          <a:p>
            <a:endParaRPr lang="en-US"/>
          </a:p>
        </p:txBody>
      </p:sp>
      <p:sp>
        <p:nvSpPr>
          <p:cNvPr id="21" name="Espace réservé du texte 20"/>
          <p:cNvSpPr>
            <a:spLocks noGrp="1"/>
          </p:cNvSpPr>
          <p:nvPr>
            <p:ph type="body" sz="quarter" idx="15" hasCustomPrompt="1"/>
          </p:nvPr>
        </p:nvSpPr>
        <p:spPr>
          <a:xfrm>
            <a:off x="0" y="4764839"/>
            <a:ext cx="12192000" cy="1015853"/>
          </a:xfrm>
          <a:prstGeom prst="rect">
            <a:avLst/>
          </a:prstGeom>
          <a:solidFill>
            <a:schemeClr val="tx2">
              <a:alpha val="80000"/>
            </a:schemeClr>
          </a:solidFill>
        </p:spPr>
        <p:txBody>
          <a:bodyPr lIns="91437" tIns="45718" rIns="91437" bIns="45718"/>
          <a:lstStyle>
            <a:lvl1pPr marL="237726" indent="-3149">
              <a:buNone/>
              <a:defRPr sz="1600"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err="1"/>
              <a:t>Presented</a:t>
            </a:r>
            <a:r>
              <a:rPr lang="fr-FR"/>
              <a:t> by: </a:t>
            </a:r>
          </a:p>
          <a:p>
            <a:pPr lvl="0"/>
            <a:r>
              <a:rPr lang="fr-FR"/>
              <a:t>Date: </a:t>
            </a:r>
          </a:p>
          <a:p>
            <a:pPr lvl="0"/>
            <a:endParaRPr lang="fr-FR"/>
          </a:p>
          <a:p>
            <a:pPr lvl="0"/>
            <a:endParaRPr lang="fr-FR"/>
          </a:p>
          <a:p>
            <a:pPr lvl="0"/>
            <a:endParaRPr lang="fr-FR"/>
          </a:p>
          <a:p>
            <a:pPr lvl="0"/>
            <a:endParaRPr lang="fr-FR"/>
          </a:p>
          <a:p>
            <a:pPr lvl="0"/>
            <a:endParaRPr lang="fr-FR"/>
          </a:p>
        </p:txBody>
      </p:sp>
      <p:sp>
        <p:nvSpPr>
          <p:cNvPr id="13" name="Rectangle 12"/>
          <p:cNvSpPr/>
          <p:nvPr/>
        </p:nvSpPr>
        <p:spPr>
          <a:xfrm>
            <a:off x="0" y="5682003"/>
            <a:ext cx="12192000" cy="26928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121916" tIns="60957" rIns="121916" bIns="60957" rtlCol="0" anchor="ctr"/>
          <a:lstStyle/>
          <a:p>
            <a:pPr algn="ctr"/>
            <a:endParaRPr lang="en-US" sz="2400"/>
          </a:p>
        </p:txBody>
      </p:sp>
    </p:spTree>
    <p:extLst>
      <p:ext uri="{BB962C8B-B14F-4D97-AF65-F5344CB8AC3E}">
        <p14:creationId xmlns:p14="http://schemas.microsoft.com/office/powerpoint/2010/main" val="36981166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tandard Layout">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2330521" y="6476207"/>
            <a:ext cx="700920" cy="123111"/>
          </a:xfrm>
          <a:prstGeom prst="rect">
            <a:avLst/>
          </a:prstGeom>
        </p:spPr>
        <p:txBody>
          <a:bodyPr vert="horz" lIns="0" tIns="0" rIns="0" bIns="0" rtlCol="0" anchor="ctr">
            <a:spAutoFit/>
          </a:bodyPr>
          <a:lstStyle>
            <a:lvl1pPr algn="l">
              <a:defRPr sz="800">
                <a:solidFill>
                  <a:schemeClr val="bg2"/>
                </a:solidFill>
                <a:latin typeface="Arial"/>
                <a:cs typeface="Arial"/>
              </a:defRPr>
            </a:lvl1pPr>
          </a:lstStyle>
          <a:p>
            <a:r>
              <a:rPr lang="en-US"/>
              <a:t>Page </a:t>
            </a:r>
            <a:fld id="{5A9C12DC-491F-9444-86A2-13AC5C62A2FC}" type="slidenum">
              <a:rPr lang="en-US" smtClean="0"/>
              <a:pPr/>
              <a:t>‹#›</a:t>
            </a:fld>
            <a:endParaRPr lang="en-US"/>
          </a:p>
        </p:txBody>
      </p:sp>
      <p:sp>
        <p:nvSpPr>
          <p:cNvPr id="5" name="Footer Placeholder 4"/>
          <p:cNvSpPr>
            <a:spLocks noGrp="1"/>
          </p:cNvSpPr>
          <p:nvPr>
            <p:ph type="ftr" sz="quarter" idx="3"/>
          </p:nvPr>
        </p:nvSpPr>
        <p:spPr>
          <a:xfrm>
            <a:off x="336551" y="6476207"/>
            <a:ext cx="2013023" cy="123111"/>
          </a:xfrm>
          <a:prstGeom prst="rect">
            <a:avLst/>
          </a:prstGeom>
        </p:spPr>
        <p:txBody>
          <a:bodyPr vert="horz" wrap="square" lIns="0" tIns="0" rIns="0" bIns="0" rtlCol="0" anchor="ctr">
            <a:spAutoFit/>
          </a:bodyPr>
          <a:lstStyle>
            <a:lvl1pPr algn="l">
              <a:defRPr sz="800">
                <a:solidFill>
                  <a:schemeClr val="accent1"/>
                </a:solidFill>
                <a:latin typeface="Arial"/>
                <a:cs typeface="Arial"/>
              </a:defRPr>
            </a:lvl1pPr>
          </a:lstStyle>
          <a:p>
            <a:r>
              <a:rPr lang="en-US"/>
              <a:t>Confidential Property of Schneider Electric |</a:t>
            </a:r>
          </a:p>
        </p:txBody>
      </p:sp>
      <p:sp>
        <p:nvSpPr>
          <p:cNvPr id="8" name="Content Placeholder 2"/>
          <p:cNvSpPr>
            <a:spLocks noGrp="1"/>
          </p:cNvSpPr>
          <p:nvPr>
            <p:ph sz="quarter" idx="31"/>
          </p:nvPr>
        </p:nvSpPr>
        <p:spPr>
          <a:xfrm>
            <a:off x="344073" y="1604434"/>
            <a:ext cx="11572760" cy="4235452"/>
          </a:xfrm>
        </p:spPr>
        <p:txBody>
          <a:bodyPr wrap="square">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p:cNvSpPr>
            <a:spLocks noGrp="1"/>
          </p:cNvSpPr>
          <p:nvPr>
            <p:ph type="body" sz="quarter" idx="32"/>
          </p:nvPr>
        </p:nvSpPr>
        <p:spPr>
          <a:xfrm>
            <a:off x="336551" y="306916"/>
            <a:ext cx="11529483" cy="492443"/>
          </a:xfrm>
        </p:spPr>
        <p:txBody>
          <a:bodyPr/>
          <a:lstStyle>
            <a:lvl1pPr>
              <a:buFontTx/>
              <a:buNone/>
              <a:defRPr sz="3200">
                <a:solidFill>
                  <a:schemeClr val="tx2"/>
                </a:solidFill>
              </a:defRPr>
            </a:lvl1pPr>
            <a:lvl2pPr>
              <a:buFontTx/>
              <a:buNone/>
              <a:defRPr/>
            </a:lvl2pPr>
            <a:lvl3pPr>
              <a:buFontTx/>
              <a:buNone/>
              <a:defRPr/>
            </a:lvl3pPr>
            <a:lvl4pPr>
              <a:buFontTx/>
              <a:buNone/>
              <a:defRPr/>
            </a:lvl4pPr>
            <a:lvl5pPr>
              <a:buFontTx/>
              <a:buNone/>
              <a:defRPr/>
            </a:lvl5pPr>
          </a:lstStyle>
          <a:p>
            <a:pPr lvl="0"/>
            <a:r>
              <a:rPr lang="en-US"/>
              <a:t>Click to edit Master text styles</a:t>
            </a:r>
          </a:p>
        </p:txBody>
      </p:sp>
      <p:sp>
        <p:nvSpPr>
          <p:cNvPr id="14" name="Text Placeholder 13"/>
          <p:cNvSpPr>
            <a:spLocks noGrp="1"/>
          </p:cNvSpPr>
          <p:nvPr>
            <p:ph type="body" sz="quarter" idx="33"/>
          </p:nvPr>
        </p:nvSpPr>
        <p:spPr>
          <a:xfrm>
            <a:off x="336551" y="911155"/>
            <a:ext cx="11529483" cy="338555"/>
          </a:xfrm>
        </p:spPr>
        <p:txBody>
          <a:bodyPr/>
          <a:lstStyle>
            <a:lvl1pPr marL="478337" indent="-457173">
              <a:buFontTx/>
              <a:buNone/>
              <a:defRPr sz="2133" baseline="0">
                <a:solidFill>
                  <a:schemeClr val="accent1"/>
                </a:solidFill>
              </a:defRPr>
            </a:lvl1pPr>
            <a:lvl2pPr marL="543950" indent="-304782">
              <a:buFontTx/>
              <a:buNone/>
              <a:defRPr/>
            </a:lvl2pPr>
            <a:lvl3pPr marL="783119" indent="-304782">
              <a:buFontTx/>
              <a:buNone/>
              <a:defRPr/>
            </a:lvl3pPr>
            <a:lvl4pPr marL="1024405" indent="-304782">
              <a:buFontTx/>
              <a:buNone/>
              <a:defRPr/>
            </a:lvl4pPr>
            <a:lvl5pPr marL="1252991" indent="-304782">
              <a:buFontTx/>
              <a:buNone/>
              <a:defRPr/>
            </a:lvl5pPr>
          </a:lstStyle>
          <a:p>
            <a:pPr lvl="0"/>
            <a:r>
              <a:rPr lang="en-US"/>
              <a:t>Click to edit Master text styles</a:t>
            </a:r>
          </a:p>
        </p:txBody>
      </p:sp>
    </p:spTree>
    <p:extLst>
      <p:ext uri="{BB962C8B-B14F-4D97-AF65-F5344CB8AC3E}">
        <p14:creationId xmlns:p14="http://schemas.microsoft.com/office/powerpoint/2010/main" val="11861684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Closing Slide Master">
    <p:bg>
      <p:bgPr>
        <a:solidFill>
          <a:schemeClr val="tx2"/>
        </a:solidFill>
        <a:effectLst/>
      </p:bgPr>
    </p:bg>
    <p:spTree>
      <p:nvGrpSpPr>
        <p:cNvPr id="1" name=""/>
        <p:cNvGrpSpPr/>
        <p:nvPr/>
      </p:nvGrpSpPr>
      <p:grpSpPr>
        <a:xfrm>
          <a:off x="0" y="0"/>
          <a:ext cx="0" cy="0"/>
          <a:chOff x="0" y="0"/>
          <a:chExt cx="0" cy="0"/>
        </a:xfrm>
      </p:grpSpPr>
      <p:pic>
        <p:nvPicPr>
          <p:cNvPr id="4" name="Picture 3" descr="schneider_LIO_White_RGB.png"/>
          <p:cNvPicPr>
            <a:picLocks noChangeAspect="1"/>
          </p:cNvPicPr>
          <p:nvPr/>
        </p:nvPicPr>
        <p:blipFill>
          <a:blip r:embed="rId2" cstate="print"/>
          <a:stretch>
            <a:fillRect/>
          </a:stretch>
        </p:blipFill>
        <p:spPr>
          <a:xfrm>
            <a:off x="3692165" y="2611549"/>
            <a:ext cx="4745843" cy="1308496"/>
          </a:xfrm>
          <a:prstGeom prst="rect">
            <a:avLst/>
          </a:prstGeom>
        </p:spPr>
      </p:pic>
    </p:spTree>
    <p:extLst>
      <p:ext uri="{BB962C8B-B14F-4D97-AF65-F5344CB8AC3E}">
        <p14:creationId xmlns:p14="http://schemas.microsoft.com/office/powerpoint/2010/main" val="26031679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Slide_1">
    <p:spTree>
      <p:nvGrpSpPr>
        <p:cNvPr id="1" name=""/>
        <p:cNvGrpSpPr/>
        <p:nvPr/>
      </p:nvGrpSpPr>
      <p:grpSpPr>
        <a:xfrm>
          <a:off x="0" y="0"/>
          <a:ext cx="0" cy="0"/>
          <a:chOff x="0" y="0"/>
          <a:chExt cx="0" cy="0"/>
        </a:xfrm>
      </p:grpSpPr>
      <p:sp>
        <p:nvSpPr>
          <p:cNvPr id="19" name="Espace réservé pour une image  18"/>
          <p:cNvSpPr>
            <a:spLocks noGrp="1"/>
          </p:cNvSpPr>
          <p:nvPr>
            <p:ph type="pic" sz="quarter" idx="14"/>
          </p:nvPr>
        </p:nvSpPr>
        <p:spPr>
          <a:xfrm>
            <a:off x="0" y="0"/>
            <a:ext cx="12192000" cy="5774392"/>
          </a:xfrm>
          <a:prstGeom prst="rect">
            <a:avLst/>
          </a:prstGeom>
          <a:solidFill>
            <a:schemeClr val="bg1">
              <a:lumMod val="95000"/>
            </a:schemeClr>
          </a:solidFill>
        </p:spPr>
        <p:txBody>
          <a:bodyPr lIns="91437" tIns="45718" rIns="91437" bIns="45718"/>
          <a:lstStyle>
            <a:lvl1pPr>
              <a:buNone/>
              <a:defRPr sz="1867">
                <a:solidFill>
                  <a:schemeClr val="bg1">
                    <a:lumMod val="85000"/>
                  </a:schemeClr>
                </a:solidFill>
              </a:defRPr>
            </a:lvl1pPr>
          </a:lstStyle>
          <a:p>
            <a:r>
              <a:rPr lang="en-US"/>
              <a:t>Click icon to add picture</a:t>
            </a:r>
          </a:p>
        </p:txBody>
      </p:sp>
      <p:sp>
        <p:nvSpPr>
          <p:cNvPr id="8" name="Title 1"/>
          <p:cNvSpPr>
            <a:spLocks noGrp="1"/>
          </p:cNvSpPr>
          <p:nvPr>
            <p:ph type="ctrTitle" hasCustomPrompt="1"/>
          </p:nvPr>
        </p:nvSpPr>
        <p:spPr>
          <a:xfrm>
            <a:off x="336553" y="3478965"/>
            <a:ext cx="11565163" cy="738664"/>
          </a:xfrm>
          <a:prstGeom prst="rect">
            <a:avLst/>
          </a:prstGeom>
        </p:spPr>
        <p:txBody>
          <a:bodyPr lIns="0" tIns="0" rIns="0" bIns="0" anchor="ctr" anchorCtr="0">
            <a:noAutofit/>
          </a:bodyPr>
          <a:lstStyle>
            <a:lvl1pPr marL="0" indent="0" algn="l">
              <a:buFont typeface="Arial"/>
              <a:buNone/>
              <a:defRPr sz="4800">
                <a:solidFill>
                  <a:schemeClr val="bg1"/>
                </a:solidFill>
              </a:defRPr>
            </a:lvl1pPr>
          </a:lstStyle>
          <a:p>
            <a:r>
              <a:rPr lang="en-US"/>
              <a:t>Presentation Title</a:t>
            </a:r>
          </a:p>
        </p:txBody>
      </p:sp>
      <p:sp>
        <p:nvSpPr>
          <p:cNvPr id="9" name="Subtitle 2"/>
          <p:cNvSpPr>
            <a:spLocks noGrp="1"/>
          </p:cNvSpPr>
          <p:nvPr>
            <p:ph type="subTitle" idx="1" hasCustomPrompt="1"/>
          </p:nvPr>
        </p:nvSpPr>
        <p:spPr>
          <a:xfrm>
            <a:off x="336553" y="4272329"/>
            <a:ext cx="11565163" cy="287259"/>
          </a:xfrm>
          <a:prstGeom prst="rect">
            <a:avLst/>
          </a:prstGeom>
        </p:spPr>
        <p:txBody>
          <a:bodyPr lIns="0" tIns="0" rIns="0" bIns="0">
            <a:noAutofit/>
          </a:bodyPr>
          <a:lstStyle>
            <a:lvl1pPr marL="0" indent="0" algn="l">
              <a:buNone/>
              <a:defRPr sz="1867" baseline="0">
                <a:solidFill>
                  <a:schemeClr val="bg1"/>
                </a:solidFill>
              </a:defRPr>
            </a:lvl1pPr>
            <a:lvl2pPr marL="609563" indent="0" algn="ctr">
              <a:buNone/>
              <a:defRPr>
                <a:solidFill>
                  <a:schemeClr val="tx1">
                    <a:tint val="75000"/>
                  </a:schemeClr>
                </a:solidFill>
              </a:defRPr>
            </a:lvl2pPr>
            <a:lvl3pPr marL="1219126" indent="0" algn="ctr">
              <a:buNone/>
              <a:defRPr>
                <a:solidFill>
                  <a:schemeClr val="tx1">
                    <a:tint val="75000"/>
                  </a:schemeClr>
                </a:solidFill>
              </a:defRPr>
            </a:lvl3pPr>
            <a:lvl4pPr marL="1828690" indent="0" algn="ctr">
              <a:buNone/>
              <a:defRPr>
                <a:solidFill>
                  <a:schemeClr val="tx1">
                    <a:tint val="75000"/>
                  </a:schemeClr>
                </a:solidFill>
              </a:defRPr>
            </a:lvl4pPr>
            <a:lvl5pPr marL="2438254" indent="0" algn="ctr">
              <a:buNone/>
              <a:defRPr>
                <a:solidFill>
                  <a:schemeClr val="tx1">
                    <a:tint val="75000"/>
                  </a:schemeClr>
                </a:solidFill>
              </a:defRPr>
            </a:lvl5pPr>
            <a:lvl6pPr marL="3047816" indent="0" algn="ctr">
              <a:buNone/>
              <a:defRPr>
                <a:solidFill>
                  <a:schemeClr val="tx1">
                    <a:tint val="75000"/>
                  </a:schemeClr>
                </a:solidFill>
              </a:defRPr>
            </a:lvl6pPr>
            <a:lvl7pPr marL="3657379" indent="0" algn="ctr">
              <a:buNone/>
              <a:defRPr>
                <a:solidFill>
                  <a:schemeClr val="tx1">
                    <a:tint val="75000"/>
                  </a:schemeClr>
                </a:solidFill>
              </a:defRPr>
            </a:lvl7pPr>
            <a:lvl8pPr marL="4266943" indent="0" algn="ctr">
              <a:buNone/>
              <a:defRPr>
                <a:solidFill>
                  <a:schemeClr val="tx1">
                    <a:tint val="75000"/>
                  </a:schemeClr>
                </a:solidFill>
              </a:defRPr>
            </a:lvl8pPr>
            <a:lvl9pPr marL="4876506" indent="0" algn="ctr">
              <a:buNone/>
              <a:defRPr>
                <a:solidFill>
                  <a:schemeClr val="tx1">
                    <a:tint val="75000"/>
                  </a:schemeClr>
                </a:solidFill>
              </a:defRPr>
            </a:lvl9pPr>
          </a:lstStyle>
          <a:p>
            <a:r>
              <a:rPr lang="en-US"/>
              <a:t>Click to Edit Optional Subtitle</a:t>
            </a:r>
          </a:p>
        </p:txBody>
      </p:sp>
      <p:pic>
        <p:nvPicPr>
          <p:cNvPr id="10" name="Picture 9" descr="schneider_LIO_Life-Green_RGB.png"/>
          <p:cNvPicPr>
            <a:picLocks noChangeAspect="1"/>
          </p:cNvPicPr>
          <p:nvPr/>
        </p:nvPicPr>
        <p:blipFill>
          <a:blip r:embed="rId2" cstate="print"/>
          <a:stretch>
            <a:fillRect/>
          </a:stretch>
        </p:blipFill>
        <p:spPr>
          <a:xfrm>
            <a:off x="9422712" y="5993330"/>
            <a:ext cx="2722397" cy="750604"/>
          </a:xfrm>
          <a:prstGeom prst="rect">
            <a:avLst/>
          </a:prstGeom>
        </p:spPr>
      </p:pic>
      <p:sp>
        <p:nvSpPr>
          <p:cNvPr id="14" name="Footer Placeholder 4"/>
          <p:cNvSpPr>
            <a:spLocks noGrp="1"/>
          </p:cNvSpPr>
          <p:nvPr>
            <p:ph type="ftr" sz="quarter" idx="3"/>
          </p:nvPr>
        </p:nvSpPr>
        <p:spPr>
          <a:xfrm>
            <a:off x="336554" y="6476207"/>
            <a:ext cx="2007375" cy="123111"/>
          </a:xfrm>
          <a:prstGeom prst="rect">
            <a:avLst/>
          </a:prstGeom>
        </p:spPr>
        <p:txBody>
          <a:bodyPr vert="horz" wrap="square" lIns="0" tIns="0" rIns="0" bIns="0" rtlCol="0" anchor="ctr">
            <a:spAutoFit/>
          </a:bodyPr>
          <a:lstStyle>
            <a:lvl1pPr algn="l">
              <a:defRPr sz="800">
                <a:solidFill>
                  <a:srgbClr val="4F5156"/>
                </a:solidFill>
                <a:latin typeface="Arial"/>
                <a:cs typeface="Arial"/>
              </a:defRPr>
            </a:lvl1pPr>
          </a:lstStyle>
          <a:p>
            <a:endParaRPr lang="en-US"/>
          </a:p>
        </p:txBody>
      </p:sp>
      <p:sp>
        <p:nvSpPr>
          <p:cNvPr id="21" name="Espace réservé du texte 20"/>
          <p:cNvSpPr>
            <a:spLocks noGrp="1"/>
          </p:cNvSpPr>
          <p:nvPr>
            <p:ph type="body" sz="quarter" idx="15" hasCustomPrompt="1"/>
          </p:nvPr>
        </p:nvSpPr>
        <p:spPr>
          <a:xfrm>
            <a:off x="0" y="4764839"/>
            <a:ext cx="12192000" cy="1015853"/>
          </a:xfrm>
          <a:prstGeom prst="rect">
            <a:avLst/>
          </a:prstGeom>
          <a:solidFill>
            <a:schemeClr val="tx2">
              <a:alpha val="80000"/>
            </a:schemeClr>
          </a:solidFill>
        </p:spPr>
        <p:txBody>
          <a:bodyPr lIns="91437" tIns="45718" rIns="91437" bIns="45718"/>
          <a:lstStyle>
            <a:lvl1pPr marL="237726" indent="-3149">
              <a:buNone/>
              <a:defRPr sz="1600"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err="1"/>
              <a:t>Presented</a:t>
            </a:r>
            <a:r>
              <a:rPr lang="fr-FR"/>
              <a:t> by: </a:t>
            </a:r>
          </a:p>
          <a:p>
            <a:pPr lvl="0"/>
            <a:r>
              <a:rPr lang="fr-FR"/>
              <a:t>Date: </a:t>
            </a:r>
          </a:p>
          <a:p>
            <a:pPr lvl="0"/>
            <a:endParaRPr lang="fr-FR"/>
          </a:p>
          <a:p>
            <a:pPr lvl="0"/>
            <a:endParaRPr lang="fr-FR"/>
          </a:p>
          <a:p>
            <a:pPr lvl="0"/>
            <a:endParaRPr lang="fr-FR"/>
          </a:p>
          <a:p>
            <a:pPr lvl="0"/>
            <a:endParaRPr lang="fr-FR"/>
          </a:p>
          <a:p>
            <a:pPr lvl="0"/>
            <a:endParaRPr lang="fr-FR"/>
          </a:p>
        </p:txBody>
      </p:sp>
      <p:sp>
        <p:nvSpPr>
          <p:cNvPr id="13" name="Rectangle 12"/>
          <p:cNvSpPr/>
          <p:nvPr/>
        </p:nvSpPr>
        <p:spPr>
          <a:xfrm>
            <a:off x="0" y="5682003"/>
            <a:ext cx="12192000" cy="26928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121916" tIns="60957" rIns="121916" bIns="60957" rtlCol="0" anchor="ctr"/>
          <a:lstStyle/>
          <a:p>
            <a:pPr algn="ctr"/>
            <a:endParaRPr lang="en-US" sz="2400"/>
          </a:p>
        </p:txBody>
      </p:sp>
    </p:spTree>
    <p:extLst>
      <p:ext uri="{BB962C8B-B14F-4D97-AF65-F5344CB8AC3E}">
        <p14:creationId xmlns:p14="http://schemas.microsoft.com/office/powerpoint/2010/main" val="27613039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15" name="Rectangle 14"/>
          <p:cNvSpPr/>
          <p:nvPr/>
        </p:nvSpPr>
        <p:spPr>
          <a:xfrm rot="5400000">
            <a:off x="-414349" y="356115"/>
            <a:ext cx="6857997" cy="6145768"/>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6" name="Content Placeholder 12"/>
          <p:cNvSpPr>
            <a:spLocks noGrp="1"/>
          </p:cNvSpPr>
          <p:nvPr>
            <p:ph sz="quarter" idx="11" hasCustomPrompt="1"/>
          </p:nvPr>
        </p:nvSpPr>
        <p:spPr>
          <a:xfrm>
            <a:off x="-42532" y="-3"/>
            <a:ext cx="6508655" cy="6858003"/>
          </a:xfrm>
          <a:prstGeom prst="rect">
            <a:avLst/>
          </a:prstGeom>
          <a:solidFill>
            <a:schemeClr val="tx2">
              <a:alpha val="80000"/>
            </a:schemeClr>
          </a:solidFill>
        </p:spPr>
        <p:txBody>
          <a:bodyPr vert="horz" lIns="252000" tIns="252000" rIns="252000" bIns="252000"/>
          <a:lstStyle>
            <a:lvl1pPr marL="0" indent="0">
              <a:buNone/>
              <a:defRPr sz="3200" baseline="0">
                <a:solidFill>
                  <a:schemeClr val="bg1"/>
                </a:solidFill>
              </a:defRPr>
            </a:lvl1pPr>
            <a:lvl2pPr marL="590536" indent="-353475">
              <a:buFont typeface="Arial"/>
              <a:buChar char="•"/>
              <a:defRPr sz="2667">
                <a:solidFill>
                  <a:schemeClr val="bg1"/>
                </a:solidFill>
              </a:defRPr>
            </a:lvl2pPr>
            <a:lvl3pPr marL="944010" indent="-304792">
              <a:buFont typeface="Lucida Grande"/>
              <a:buChar char="–"/>
              <a:defRPr sz="2400">
                <a:solidFill>
                  <a:schemeClr val="bg1"/>
                </a:solidFill>
              </a:defRPr>
            </a:lvl3pPr>
            <a:lvl4pPr marL="1301718" indent="-304792">
              <a:buFont typeface="Lucida Grande"/>
              <a:buChar char="–"/>
              <a:defRPr sz="2133">
                <a:solidFill>
                  <a:schemeClr val="bg1"/>
                </a:solidFill>
              </a:defRPr>
            </a:lvl4pPr>
            <a:lvl5pPr marL="1678475" indent="-309026" defTabSz="419090">
              <a:buFont typeface="Lucida Grande"/>
              <a:buChar char="–"/>
              <a:defRPr sz="2133">
                <a:solidFill>
                  <a:schemeClr val="bg1"/>
                </a:solidFill>
              </a:defRPr>
            </a:lvl5pPr>
          </a:lstStyle>
          <a:p>
            <a:pPr lvl="0"/>
            <a:r>
              <a:rPr lang="en-US"/>
              <a:t>Agenda (edit text)</a:t>
            </a:r>
          </a:p>
        </p:txBody>
      </p:sp>
      <p:sp>
        <p:nvSpPr>
          <p:cNvPr id="6" name="Slide Number Placeholder 5"/>
          <p:cNvSpPr>
            <a:spLocks noGrp="1"/>
          </p:cNvSpPr>
          <p:nvPr>
            <p:ph type="sldNum" sz="quarter" idx="4"/>
          </p:nvPr>
        </p:nvSpPr>
        <p:spPr>
          <a:xfrm>
            <a:off x="2330521" y="6476207"/>
            <a:ext cx="700920" cy="123111"/>
          </a:xfrm>
          <a:prstGeom prst="rect">
            <a:avLst/>
          </a:prstGeom>
        </p:spPr>
        <p:txBody>
          <a:bodyPr vert="horz" lIns="0" tIns="0" rIns="0" bIns="0" rtlCol="0" anchor="ctr">
            <a:spAutoFit/>
          </a:bodyPr>
          <a:lstStyle>
            <a:lvl1pPr algn="l">
              <a:defRPr sz="800">
                <a:solidFill>
                  <a:srgbClr val="FFFFFF"/>
                </a:solidFill>
                <a:latin typeface="Arial"/>
                <a:cs typeface="Arial"/>
              </a:defRPr>
            </a:lvl1pPr>
          </a:lstStyle>
          <a:p>
            <a:fld id="{71758379-88C6-4331-B308-68DE9E253776}" type="slidenum">
              <a:rPr lang="en-US" smtClean="0"/>
              <a:t>‹#›</a:t>
            </a:fld>
            <a:endParaRPr lang="en-US"/>
          </a:p>
        </p:txBody>
      </p:sp>
      <p:sp>
        <p:nvSpPr>
          <p:cNvPr id="8" name="Footer Placeholder 4"/>
          <p:cNvSpPr>
            <a:spLocks noGrp="1"/>
          </p:cNvSpPr>
          <p:nvPr>
            <p:ph type="ftr" sz="quarter" idx="3"/>
          </p:nvPr>
        </p:nvSpPr>
        <p:spPr>
          <a:xfrm>
            <a:off x="336551" y="6476206"/>
            <a:ext cx="2013023" cy="123111"/>
          </a:xfrm>
          <a:prstGeom prst="rect">
            <a:avLst/>
          </a:prstGeom>
        </p:spPr>
        <p:txBody>
          <a:bodyPr vert="horz" wrap="square" lIns="0" tIns="0" rIns="0" bIns="0" rtlCol="0" anchor="ctr">
            <a:spAutoFit/>
          </a:bodyPr>
          <a:lstStyle>
            <a:lvl1pPr algn="l">
              <a:defRPr sz="800">
                <a:solidFill>
                  <a:srgbClr val="FFFFFF"/>
                </a:solidFill>
                <a:latin typeface="Arial"/>
                <a:cs typeface="Arial"/>
              </a:defRPr>
            </a:lvl1pPr>
          </a:lstStyle>
          <a:p>
            <a:endParaRPr lang="en-US"/>
          </a:p>
        </p:txBody>
      </p:sp>
      <p:pic>
        <p:nvPicPr>
          <p:cNvPr id="9" name="Picture 8" descr="schneider_LIO_Life-Green_RGB.png"/>
          <p:cNvPicPr>
            <a:picLocks noChangeAspect="1"/>
          </p:cNvPicPr>
          <p:nvPr/>
        </p:nvPicPr>
        <p:blipFill>
          <a:blip r:embed="rId2" cstate="print"/>
          <a:stretch>
            <a:fillRect/>
          </a:stretch>
        </p:blipFill>
        <p:spPr>
          <a:xfrm>
            <a:off x="9422712" y="5993329"/>
            <a:ext cx="2722397" cy="750604"/>
          </a:xfrm>
          <a:prstGeom prst="rect">
            <a:avLst/>
          </a:prstGeom>
        </p:spPr>
      </p:pic>
      <p:sp>
        <p:nvSpPr>
          <p:cNvPr id="10" name="Rechteck 7"/>
          <p:cNvSpPr/>
          <p:nvPr/>
        </p:nvSpPr>
        <p:spPr>
          <a:xfrm>
            <a:off x="6709412" y="365711"/>
            <a:ext cx="609600" cy="6096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normAutofit/>
          </a:bodyPr>
          <a:lstStyle/>
          <a:p>
            <a:pPr algn="ctr"/>
            <a:endParaRPr lang="en-US" sz="1733" b="1">
              <a:solidFill>
                <a:schemeClr val="accent1"/>
              </a:solidFill>
              <a:latin typeface="+mn-lt"/>
              <a:ea typeface="Arial Unicode MS" pitchFamily="34" charset="-128"/>
              <a:cs typeface="Arial" pitchFamily="34" charset="0"/>
            </a:endParaRPr>
          </a:p>
        </p:txBody>
      </p:sp>
      <p:sp>
        <p:nvSpPr>
          <p:cNvPr id="11" name="Rechteck 8"/>
          <p:cNvSpPr/>
          <p:nvPr/>
        </p:nvSpPr>
        <p:spPr>
          <a:xfrm>
            <a:off x="7488357" y="365717"/>
            <a:ext cx="4267200" cy="6096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lstStyle/>
          <a:p>
            <a:endParaRPr lang="en-US" sz="1733" b="1">
              <a:solidFill>
                <a:schemeClr val="accent1"/>
              </a:solidFill>
              <a:latin typeface="+mn-lt"/>
              <a:cs typeface="Arial" pitchFamily="34" charset="0"/>
            </a:endParaRPr>
          </a:p>
        </p:txBody>
      </p:sp>
      <p:sp>
        <p:nvSpPr>
          <p:cNvPr id="12" name="Rechteck 10"/>
          <p:cNvSpPr/>
          <p:nvPr/>
        </p:nvSpPr>
        <p:spPr>
          <a:xfrm>
            <a:off x="6705055" y="1047793"/>
            <a:ext cx="609600" cy="6096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normAutofit/>
          </a:bodyPr>
          <a:lstStyle/>
          <a:p>
            <a:pPr algn="ctr"/>
            <a:endParaRPr lang="en-US" sz="1733" b="1">
              <a:solidFill>
                <a:srgbClr val="626469"/>
              </a:solidFill>
              <a:latin typeface="+mn-lt"/>
              <a:ea typeface="Arial Unicode MS" pitchFamily="34" charset="-128"/>
              <a:cs typeface="Arial" pitchFamily="34" charset="0"/>
            </a:endParaRPr>
          </a:p>
        </p:txBody>
      </p:sp>
      <p:sp>
        <p:nvSpPr>
          <p:cNvPr id="13" name="Rechteck 11"/>
          <p:cNvSpPr/>
          <p:nvPr/>
        </p:nvSpPr>
        <p:spPr>
          <a:xfrm>
            <a:off x="7498896" y="1049115"/>
            <a:ext cx="4267200" cy="609600"/>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lstStyle/>
          <a:p>
            <a:pPr>
              <a:tabLst>
                <a:tab pos="478001" algn="l"/>
              </a:tabLst>
            </a:pPr>
            <a:endParaRPr lang="en-US" sz="1733" b="1">
              <a:solidFill>
                <a:schemeClr val="accent1"/>
              </a:solidFill>
              <a:latin typeface="+mn-lt"/>
              <a:cs typeface="Arial" pitchFamily="34" charset="0"/>
            </a:endParaRPr>
          </a:p>
        </p:txBody>
      </p:sp>
      <p:sp>
        <p:nvSpPr>
          <p:cNvPr id="31" name="Rechteck 10"/>
          <p:cNvSpPr/>
          <p:nvPr/>
        </p:nvSpPr>
        <p:spPr>
          <a:xfrm>
            <a:off x="6705055" y="1733593"/>
            <a:ext cx="609600" cy="6096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normAutofit/>
          </a:bodyPr>
          <a:lstStyle/>
          <a:p>
            <a:pPr algn="ctr"/>
            <a:endParaRPr lang="en-US" sz="1733" b="1">
              <a:solidFill>
                <a:srgbClr val="626469"/>
              </a:solidFill>
              <a:latin typeface="+mn-lt"/>
              <a:ea typeface="Arial Unicode MS" pitchFamily="34" charset="-128"/>
              <a:cs typeface="Arial" pitchFamily="34" charset="0"/>
            </a:endParaRPr>
          </a:p>
        </p:txBody>
      </p:sp>
      <p:sp>
        <p:nvSpPr>
          <p:cNvPr id="32" name="Rechteck 11"/>
          <p:cNvSpPr/>
          <p:nvPr/>
        </p:nvSpPr>
        <p:spPr>
          <a:xfrm>
            <a:off x="7498896" y="1734915"/>
            <a:ext cx="4267200" cy="609600"/>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lstStyle/>
          <a:p>
            <a:pPr>
              <a:tabLst>
                <a:tab pos="478001" algn="l"/>
              </a:tabLst>
            </a:pPr>
            <a:endParaRPr lang="en-US" sz="1733" b="1">
              <a:solidFill>
                <a:schemeClr val="accent1"/>
              </a:solidFill>
              <a:latin typeface="+mn-lt"/>
              <a:cs typeface="Arial" pitchFamily="34" charset="0"/>
            </a:endParaRPr>
          </a:p>
        </p:txBody>
      </p:sp>
      <p:sp>
        <p:nvSpPr>
          <p:cNvPr id="45" name="Rechteck 10"/>
          <p:cNvSpPr/>
          <p:nvPr/>
        </p:nvSpPr>
        <p:spPr>
          <a:xfrm>
            <a:off x="6705055" y="2419393"/>
            <a:ext cx="609600" cy="6096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normAutofit/>
          </a:bodyPr>
          <a:lstStyle/>
          <a:p>
            <a:pPr algn="ctr"/>
            <a:endParaRPr lang="en-US" sz="1733" b="1">
              <a:solidFill>
                <a:srgbClr val="626469"/>
              </a:solidFill>
              <a:latin typeface="+mn-lt"/>
              <a:ea typeface="Arial Unicode MS" pitchFamily="34" charset="-128"/>
              <a:cs typeface="Arial" pitchFamily="34" charset="0"/>
            </a:endParaRPr>
          </a:p>
        </p:txBody>
      </p:sp>
      <p:sp>
        <p:nvSpPr>
          <p:cNvPr id="46" name="Rechteck 11"/>
          <p:cNvSpPr/>
          <p:nvPr/>
        </p:nvSpPr>
        <p:spPr>
          <a:xfrm>
            <a:off x="7498896" y="2420715"/>
            <a:ext cx="4267200" cy="609600"/>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lstStyle/>
          <a:p>
            <a:pPr>
              <a:tabLst>
                <a:tab pos="478001" algn="l"/>
              </a:tabLst>
            </a:pPr>
            <a:endParaRPr lang="en-US" sz="1733" b="1">
              <a:solidFill>
                <a:schemeClr val="accent1"/>
              </a:solidFill>
              <a:latin typeface="+mn-lt"/>
              <a:cs typeface="Arial" pitchFamily="34" charset="0"/>
            </a:endParaRPr>
          </a:p>
        </p:txBody>
      </p:sp>
      <p:sp>
        <p:nvSpPr>
          <p:cNvPr id="47" name="Rechteck 10"/>
          <p:cNvSpPr/>
          <p:nvPr/>
        </p:nvSpPr>
        <p:spPr>
          <a:xfrm>
            <a:off x="6705055" y="3105193"/>
            <a:ext cx="609600" cy="6096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normAutofit/>
          </a:bodyPr>
          <a:lstStyle/>
          <a:p>
            <a:pPr algn="ctr"/>
            <a:endParaRPr lang="en-US" sz="1733" b="1">
              <a:solidFill>
                <a:srgbClr val="626469"/>
              </a:solidFill>
              <a:latin typeface="+mn-lt"/>
              <a:ea typeface="Arial Unicode MS" pitchFamily="34" charset="-128"/>
              <a:cs typeface="Arial" pitchFamily="34" charset="0"/>
            </a:endParaRPr>
          </a:p>
        </p:txBody>
      </p:sp>
      <p:sp>
        <p:nvSpPr>
          <p:cNvPr id="48" name="Rechteck 11"/>
          <p:cNvSpPr/>
          <p:nvPr/>
        </p:nvSpPr>
        <p:spPr>
          <a:xfrm>
            <a:off x="7498896" y="3106515"/>
            <a:ext cx="4267200" cy="609600"/>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lstStyle/>
          <a:p>
            <a:pPr>
              <a:tabLst>
                <a:tab pos="478001" algn="l"/>
              </a:tabLst>
            </a:pPr>
            <a:endParaRPr lang="en-US" sz="1733" b="1">
              <a:solidFill>
                <a:schemeClr val="accent1"/>
              </a:solidFill>
              <a:latin typeface="+mn-lt"/>
              <a:cs typeface="Arial" pitchFamily="34" charset="0"/>
            </a:endParaRPr>
          </a:p>
        </p:txBody>
      </p:sp>
      <p:sp>
        <p:nvSpPr>
          <p:cNvPr id="49" name="Rechteck 10"/>
          <p:cNvSpPr/>
          <p:nvPr/>
        </p:nvSpPr>
        <p:spPr>
          <a:xfrm>
            <a:off x="6705055" y="3816393"/>
            <a:ext cx="609600" cy="6096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normAutofit/>
          </a:bodyPr>
          <a:lstStyle/>
          <a:p>
            <a:pPr algn="ctr"/>
            <a:endParaRPr lang="en-US" sz="1733" b="1">
              <a:solidFill>
                <a:srgbClr val="626469"/>
              </a:solidFill>
              <a:latin typeface="+mn-lt"/>
              <a:ea typeface="Arial Unicode MS" pitchFamily="34" charset="-128"/>
              <a:cs typeface="Arial" pitchFamily="34" charset="0"/>
            </a:endParaRPr>
          </a:p>
        </p:txBody>
      </p:sp>
      <p:sp>
        <p:nvSpPr>
          <p:cNvPr id="50" name="Rechteck 11"/>
          <p:cNvSpPr/>
          <p:nvPr/>
        </p:nvSpPr>
        <p:spPr>
          <a:xfrm>
            <a:off x="7498896" y="3817715"/>
            <a:ext cx="4267200" cy="609600"/>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lstStyle/>
          <a:p>
            <a:pPr>
              <a:tabLst>
                <a:tab pos="478001" algn="l"/>
              </a:tabLst>
            </a:pPr>
            <a:endParaRPr lang="en-US" sz="1733" b="1">
              <a:solidFill>
                <a:schemeClr val="accent1"/>
              </a:solidFill>
              <a:latin typeface="+mn-lt"/>
              <a:cs typeface="Arial" pitchFamily="34" charset="0"/>
            </a:endParaRPr>
          </a:p>
        </p:txBody>
      </p:sp>
      <p:sp>
        <p:nvSpPr>
          <p:cNvPr id="51" name="Rechteck 10"/>
          <p:cNvSpPr/>
          <p:nvPr/>
        </p:nvSpPr>
        <p:spPr>
          <a:xfrm>
            <a:off x="6705055" y="4527593"/>
            <a:ext cx="609600" cy="6096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normAutofit/>
          </a:bodyPr>
          <a:lstStyle/>
          <a:p>
            <a:pPr algn="ctr"/>
            <a:endParaRPr lang="en-US" sz="1733" b="1">
              <a:solidFill>
                <a:srgbClr val="626469"/>
              </a:solidFill>
              <a:latin typeface="+mn-lt"/>
              <a:ea typeface="Arial Unicode MS" pitchFamily="34" charset="-128"/>
              <a:cs typeface="Arial" pitchFamily="34" charset="0"/>
            </a:endParaRPr>
          </a:p>
        </p:txBody>
      </p:sp>
      <p:sp>
        <p:nvSpPr>
          <p:cNvPr id="52" name="Rechteck 11"/>
          <p:cNvSpPr/>
          <p:nvPr/>
        </p:nvSpPr>
        <p:spPr>
          <a:xfrm>
            <a:off x="7498896" y="4528915"/>
            <a:ext cx="4267200" cy="609600"/>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lstStyle/>
          <a:p>
            <a:pPr>
              <a:tabLst>
                <a:tab pos="478001" algn="l"/>
              </a:tabLst>
            </a:pPr>
            <a:endParaRPr lang="en-US" sz="1733" b="1">
              <a:solidFill>
                <a:schemeClr val="accent1"/>
              </a:solidFill>
              <a:latin typeface="+mn-lt"/>
              <a:cs typeface="Arial" pitchFamily="34" charset="0"/>
            </a:endParaRPr>
          </a:p>
        </p:txBody>
      </p:sp>
      <p:sp>
        <p:nvSpPr>
          <p:cNvPr id="55" name="Rechteck 10"/>
          <p:cNvSpPr/>
          <p:nvPr/>
        </p:nvSpPr>
        <p:spPr>
          <a:xfrm>
            <a:off x="6705055" y="5226093"/>
            <a:ext cx="609600" cy="6096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normAutofit/>
          </a:bodyPr>
          <a:lstStyle/>
          <a:p>
            <a:pPr algn="ctr"/>
            <a:endParaRPr lang="en-US" sz="1733" b="1">
              <a:solidFill>
                <a:srgbClr val="626469"/>
              </a:solidFill>
              <a:latin typeface="+mn-lt"/>
              <a:ea typeface="Arial Unicode MS" pitchFamily="34" charset="-128"/>
              <a:cs typeface="Arial" pitchFamily="34" charset="0"/>
            </a:endParaRPr>
          </a:p>
        </p:txBody>
      </p:sp>
      <p:sp>
        <p:nvSpPr>
          <p:cNvPr id="56" name="Rechteck 11"/>
          <p:cNvSpPr/>
          <p:nvPr/>
        </p:nvSpPr>
        <p:spPr>
          <a:xfrm>
            <a:off x="7498896" y="5227415"/>
            <a:ext cx="4267200" cy="609600"/>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lstStyle/>
          <a:p>
            <a:pPr>
              <a:tabLst>
                <a:tab pos="478001" algn="l"/>
              </a:tabLst>
            </a:pPr>
            <a:endParaRPr lang="en-US" sz="1733" b="1">
              <a:solidFill>
                <a:schemeClr val="accent1"/>
              </a:solidFill>
              <a:latin typeface="+mn-lt"/>
              <a:cs typeface="Arial" pitchFamily="34" charset="0"/>
            </a:endParaRPr>
          </a:p>
        </p:txBody>
      </p:sp>
      <p:sp>
        <p:nvSpPr>
          <p:cNvPr id="24" name="Text Placeholder 4"/>
          <p:cNvSpPr>
            <a:spLocks noGrp="1"/>
          </p:cNvSpPr>
          <p:nvPr>
            <p:ph type="body" sz="quarter" idx="13" hasCustomPrompt="1"/>
          </p:nvPr>
        </p:nvSpPr>
        <p:spPr>
          <a:xfrm>
            <a:off x="6672134" y="509517"/>
            <a:ext cx="679461" cy="280855"/>
          </a:xfrm>
          <a:prstGeom prst="rect">
            <a:avLst/>
          </a:prstGeom>
        </p:spPr>
        <p:txBody>
          <a:bodyPr anchor="ctr"/>
          <a:lstStyle>
            <a:lvl1pPr algn="ctr">
              <a:buNone/>
              <a:defRPr sz="1733" b="1">
                <a:solidFill>
                  <a:schemeClr val="accent1"/>
                </a:solidFill>
              </a:defRPr>
            </a:lvl1pPr>
          </a:lstStyle>
          <a:p>
            <a:r>
              <a:rPr lang="en-US"/>
              <a:t>1</a:t>
            </a:r>
          </a:p>
        </p:txBody>
      </p:sp>
      <p:sp>
        <p:nvSpPr>
          <p:cNvPr id="23" name="Text Placeholder 4"/>
          <p:cNvSpPr>
            <a:spLocks noGrp="1"/>
          </p:cNvSpPr>
          <p:nvPr>
            <p:ph type="body" sz="quarter" idx="12" hasCustomPrompt="1"/>
          </p:nvPr>
        </p:nvSpPr>
        <p:spPr>
          <a:xfrm>
            <a:off x="7506176" y="527714"/>
            <a:ext cx="4194504" cy="277820"/>
          </a:xfrm>
          <a:prstGeom prst="rect">
            <a:avLst/>
          </a:prstGeom>
        </p:spPr>
        <p:txBody>
          <a:bodyPr anchor="ctr"/>
          <a:lstStyle>
            <a:lvl1pPr>
              <a:buNone/>
              <a:defRPr sz="1733" b="1">
                <a:solidFill>
                  <a:schemeClr val="accent1"/>
                </a:solidFill>
              </a:defRPr>
            </a:lvl1pPr>
          </a:lstStyle>
          <a:p>
            <a:r>
              <a:rPr lang="en-US"/>
              <a:t>Edit text</a:t>
            </a:r>
          </a:p>
        </p:txBody>
      </p:sp>
      <p:sp>
        <p:nvSpPr>
          <p:cNvPr id="26" name="Text Placeholder 4"/>
          <p:cNvSpPr>
            <a:spLocks noGrp="1"/>
          </p:cNvSpPr>
          <p:nvPr>
            <p:ph type="body" sz="quarter" idx="15" hasCustomPrompt="1"/>
          </p:nvPr>
        </p:nvSpPr>
        <p:spPr>
          <a:xfrm>
            <a:off x="6675163" y="1167650"/>
            <a:ext cx="679461" cy="280855"/>
          </a:xfrm>
          <a:prstGeom prst="rect">
            <a:avLst/>
          </a:prstGeom>
        </p:spPr>
        <p:txBody>
          <a:bodyPr anchor="ctr"/>
          <a:lstStyle>
            <a:lvl1pPr algn="ctr">
              <a:buNone/>
              <a:defRPr sz="1733" b="1">
                <a:solidFill>
                  <a:schemeClr val="accent1"/>
                </a:solidFill>
              </a:defRPr>
            </a:lvl1pPr>
          </a:lstStyle>
          <a:p>
            <a:r>
              <a:rPr lang="en-US"/>
              <a:t>2</a:t>
            </a:r>
          </a:p>
        </p:txBody>
      </p:sp>
      <p:sp>
        <p:nvSpPr>
          <p:cNvPr id="25" name="Text Placeholder 4"/>
          <p:cNvSpPr>
            <a:spLocks noGrp="1"/>
          </p:cNvSpPr>
          <p:nvPr>
            <p:ph type="body" sz="quarter" idx="14" hasCustomPrompt="1"/>
          </p:nvPr>
        </p:nvSpPr>
        <p:spPr>
          <a:xfrm>
            <a:off x="7509205" y="1185847"/>
            <a:ext cx="4194504" cy="277820"/>
          </a:xfrm>
          <a:prstGeom prst="rect">
            <a:avLst/>
          </a:prstGeom>
        </p:spPr>
        <p:txBody>
          <a:bodyPr anchor="ctr"/>
          <a:lstStyle>
            <a:lvl1pPr>
              <a:buNone/>
              <a:defRPr sz="1733" b="1">
                <a:solidFill>
                  <a:schemeClr val="accent1"/>
                </a:solidFill>
              </a:defRPr>
            </a:lvl1pPr>
          </a:lstStyle>
          <a:p>
            <a:r>
              <a:rPr lang="en-US"/>
              <a:t>Edit text</a:t>
            </a:r>
          </a:p>
        </p:txBody>
      </p:sp>
      <p:sp>
        <p:nvSpPr>
          <p:cNvPr id="27" name="Text Placeholder 4"/>
          <p:cNvSpPr>
            <a:spLocks noGrp="1"/>
          </p:cNvSpPr>
          <p:nvPr>
            <p:ph type="body" sz="quarter" idx="16" hasCustomPrompt="1"/>
          </p:nvPr>
        </p:nvSpPr>
        <p:spPr>
          <a:xfrm>
            <a:off x="6659995" y="1880375"/>
            <a:ext cx="679461" cy="280855"/>
          </a:xfrm>
          <a:prstGeom prst="rect">
            <a:avLst/>
          </a:prstGeom>
        </p:spPr>
        <p:txBody>
          <a:bodyPr anchor="ctr"/>
          <a:lstStyle>
            <a:lvl1pPr algn="ctr">
              <a:buNone/>
              <a:defRPr sz="1733" b="1">
                <a:solidFill>
                  <a:schemeClr val="accent1"/>
                </a:solidFill>
              </a:defRPr>
            </a:lvl1pPr>
          </a:lstStyle>
          <a:p>
            <a:r>
              <a:rPr lang="en-US"/>
              <a:t>3</a:t>
            </a:r>
          </a:p>
        </p:txBody>
      </p:sp>
      <p:sp>
        <p:nvSpPr>
          <p:cNvPr id="28" name="Text Placeholder 4"/>
          <p:cNvSpPr>
            <a:spLocks noGrp="1"/>
          </p:cNvSpPr>
          <p:nvPr>
            <p:ph type="body" sz="quarter" idx="17" hasCustomPrompt="1"/>
          </p:nvPr>
        </p:nvSpPr>
        <p:spPr>
          <a:xfrm>
            <a:off x="7494037" y="1898573"/>
            <a:ext cx="4194504" cy="277820"/>
          </a:xfrm>
          <a:prstGeom prst="rect">
            <a:avLst/>
          </a:prstGeom>
        </p:spPr>
        <p:txBody>
          <a:bodyPr anchor="ctr"/>
          <a:lstStyle>
            <a:lvl1pPr>
              <a:buNone/>
              <a:defRPr sz="1733" b="1">
                <a:solidFill>
                  <a:schemeClr val="accent1"/>
                </a:solidFill>
              </a:defRPr>
            </a:lvl1pPr>
          </a:lstStyle>
          <a:p>
            <a:r>
              <a:rPr lang="en-US"/>
              <a:t>Edit text</a:t>
            </a:r>
          </a:p>
        </p:txBody>
      </p:sp>
      <p:sp>
        <p:nvSpPr>
          <p:cNvPr id="29" name="Text Placeholder 4"/>
          <p:cNvSpPr>
            <a:spLocks noGrp="1"/>
          </p:cNvSpPr>
          <p:nvPr>
            <p:ph type="body" sz="quarter" idx="18" hasCustomPrompt="1"/>
          </p:nvPr>
        </p:nvSpPr>
        <p:spPr>
          <a:xfrm>
            <a:off x="6656966" y="2568845"/>
            <a:ext cx="679461" cy="280855"/>
          </a:xfrm>
          <a:prstGeom prst="rect">
            <a:avLst/>
          </a:prstGeom>
        </p:spPr>
        <p:txBody>
          <a:bodyPr anchor="ctr"/>
          <a:lstStyle>
            <a:lvl1pPr algn="ctr">
              <a:buNone/>
              <a:defRPr sz="1733" b="1">
                <a:solidFill>
                  <a:schemeClr val="accent1"/>
                </a:solidFill>
              </a:defRPr>
            </a:lvl1pPr>
          </a:lstStyle>
          <a:p>
            <a:r>
              <a:rPr lang="en-US"/>
              <a:t>4</a:t>
            </a:r>
          </a:p>
        </p:txBody>
      </p:sp>
      <p:sp>
        <p:nvSpPr>
          <p:cNvPr id="30" name="Text Placeholder 4"/>
          <p:cNvSpPr>
            <a:spLocks noGrp="1"/>
          </p:cNvSpPr>
          <p:nvPr>
            <p:ph type="body" sz="quarter" idx="19" hasCustomPrompt="1"/>
          </p:nvPr>
        </p:nvSpPr>
        <p:spPr>
          <a:xfrm>
            <a:off x="7491008" y="2587042"/>
            <a:ext cx="4194504" cy="277820"/>
          </a:xfrm>
          <a:prstGeom prst="rect">
            <a:avLst/>
          </a:prstGeom>
        </p:spPr>
        <p:txBody>
          <a:bodyPr anchor="ctr"/>
          <a:lstStyle>
            <a:lvl1pPr>
              <a:buNone/>
              <a:defRPr sz="1733" b="1">
                <a:solidFill>
                  <a:schemeClr val="accent1"/>
                </a:solidFill>
              </a:defRPr>
            </a:lvl1pPr>
          </a:lstStyle>
          <a:p>
            <a:r>
              <a:rPr lang="en-US"/>
              <a:t>Edit text</a:t>
            </a:r>
          </a:p>
        </p:txBody>
      </p:sp>
      <p:sp>
        <p:nvSpPr>
          <p:cNvPr id="33" name="Text Placeholder 4"/>
          <p:cNvSpPr>
            <a:spLocks noGrp="1"/>
          </p:cNvSpPr>
          <p:nvPr>
            <p:ph type="body" sz="quarter" idx="20" hasCustomPrompt="1"/>
          </p:nvPr>
        </p:nvSpPr>
        <p:spPr>
          <a:xfrm>
            <a:off x="6659995" y="3226978"/>
            <a:ext cx="679461" cy="280855"/>
          </a:xfrm>
          <a:prstGeom prst="rect">
            <a:avLst/>
          </a:prstGeom>
        </p:spPr>
        <p:txBody>
          <a:bodyPr anchor="ctr"/>
          <a:lstStyle>
            <a:lvl1pPr algn="ctr">
              <a:buNone/>
              <a:defRPr sz="1733" b="1">
                <a:solidFill>
                  <a:schemeClr val="accent1"/>
                </a:solidFill>
              </a:defRPr>
            </a:lvl1pPr>
          </a:lstStyle>
          <a:p>
            <a:r>
              <a:rPr lang="en-US"/>
              <a:t>5</a:t>
            </a:r>
          </a:p>
        </p:txBody>
      </p:sp>
      <p:sp>
        <p:nvSpPr>
          <p:cNvPr id="34" name="Text Placeholder 4"/>
          <p:cNvSpPr>
            <a:spLocks noGrp="1"/>
          </p:cNvSpPr>
          <p:nvPr>
            <p:ph type="body" sz="quarter" idx="21" hasCustomPrompt="1"/>
          </p:nvPr>
        </p:nvSpPr>
        <p:spPr>
          <a:xfrm>
            <a:off x="7494037" y="3245175"/>
            <a:ext cx="4194504" cy="277820"/>
          </a:xfrm>
          <a:prstGeom prst="rect">
            <a:avLst/>
          </a:prstGeom>
        </p:spPr>
        <p:txBody>
          <a:bodyPr anchor="ctr"/>
          <a:lstStyle>
            <a:lvl1pPr>
              <a:buNone/>
              <a:defRPr sz="1733" b="1">
                <a:solidFill>
                  <a:schemeClr val="accent1"/>
                </a:solidFill>
              </a:defRPr>
            </a:lvl1pPr>
          </a:lstStyle>
          <a:p>
            <a:r>
              <a:rPr lang="en-US"/>
              <a:t>Edit text</a:t>
            </a:r>
          </a:p>
        </p:txBody>
      </p:sp>
      <p:sp>
        <p:nvSpPr>
          <p:cNvPr id="35" name="Text Placeholder 4"/>
          <p:cNvSpPr>
            <a:spLocks noGrp="1"/>
          </p:cNvSpPr>
          <p:nvPr>
            <p:ph type="body" sz="quarter" idx="22" hasCustomPrompt="1"/>
          </p:nvPr>
        </p:nvSpPr>
        <p:spPr>
          <a:xfrm>
            <a:off x="6663024" y="3939703"/>
            <a:ext cx="679461" cy="280855"/>
          </a:xfrm>
          <a:prstGeom prst="rect">
            <a:avLst/>
          </a:prstGeom>
        </p:spPr>
        <p:txBody>
          <a:bodyPr anchor="ctr"/>
          <a:lstStyle>
            <a:lvl1pPr algn="ctr">
              <a:buNone/>
              <a:defRPr sz="1733" b="1">
                <a:solidFill>
                  <a:schemeClr val="accent1"/>
                </a:solidFill>
              </a:defRPr>
            </a:lvl1pPr>
          </a:lstStyle>
          <a:p>
            <a:r>
              <a:rPr lang="en-US"/>
              <a:t>6</a:t>
            </a:r>
          </a:p>
        </p:txBody>
      </p:sp>
      <p:sp>
        <p:nvSpPr>
          <p:cNvPr id="36" name="Text Placeholder 4"/>
          <p:cNvSpPr>
            <a:spLocks noGrp="1"/>
          </p:cNvSpPr>
          <p:nvPr>
            <p:ph type="body" sz="quarter" idx="23" hasCustomPrompt="1"/>
          </p:nvPr>
        </p:nvSpPr>
        <p:spPr>
          <a:xfrm>
            <a:off x="7478869" y="3957901"/>
            <a:ext cx="4194504" cy="277820"/>
          </a:xfrm>
          <a:prstGeom prst="rect">
            <a:avLst/>
          </a:prstGeom>
        </p:spPr>
        <p:txBody>
          <a:bodyPr anchor="ctr"/>
          <a:lstStyle>
            <a:lvl1pPr>
              <a:buNone/>
              <a:defRPr sz="1733" b="1">
                <a:solidFill>
                  <a:schemeClr val="accent1"/>
                </a:solidFill>
              </a:defRPr>
            </a:lvl1pPr>
          </a:lstStyle>
          <a:p>
            <a:r>
              <a:rPr lang="en-US"/>
              <a:t>Edit text</a:t>
            </a:r>
          </a:p>
        </p:txBody>
      </p:sp>
      <p:sp>
        <p:nvSpPr>
          <p:cNvPr id="37" name="Text Placeholder 4"/>
          <p:cNvSpPr>
            <a:spLocks noGrp="1"/>
          </p:cNvSpPr>
          <p:nvPr>
            <p:ph type="body" sz="quarter" idx="24" hasCustomPrompt="1"/>
          </p:nvPr>
        </p:nvSpPr>
        <p:spPr>
          <a:xfrm>
            <a:off x="6644827" y="4649399"/>
            <a:ext cx="679461" cy="280855"/>
          </a:xfrm>
          <a:prstGeom prst="rect">
            <a:avLst/>
          </a:prstGeom>
        </p:spPr>
        <p:txBody>
          <a:bodyPr anchor="ctr"/>
          <a:lstStyle>
            <a:lvl1pPr algn="ctr">
              <a:buNone/>
              <a:defRPr sz="1733" b="1">
                <a:solidFill>
                  <a:schemeClr val="accent1"/>
                </a:solidFill>
              </a:defRPr>
            </a:lvl1pPr>
          </a:lstStyle>
          <a:p>
            <a:r>
              <a:rPr lang="en-US"/>
              <a:t>7</a:t>
            </a:r>
          </a:p>
        </p:txBody>
      </p:sp>
      <p:sp>
        <p:nvSpPr>
          <p:cNvPr id="38" name="Text Placeholder 4"/>
          <p:cNvSpPr>
            <a:spLocks noGrp="1"/>
          </p:cNvSpPr>
          <p:nvPr>
            <p:ph type="body" sz="quarter" idx="25" hasCustomPrompt="1"/>
          </p:nvPr>
        </p:nvSpPr>
        <p:spPr>
          <a:xfrm>
            <a:off x="7497067" y="4667597"/>
            <a:ext cx="4194504" cy="277820"/>
          </a:xfrm>
          <a:prstGeom prst="rect">
            <a:avLst/>
          </a:prstGeom>
        </p:spPr>
        <p:txBody>
          <a:bodyPr anchor="ctr"/>
          <a:lstStyle>
            <a:lvl1pPr>
              <a:buNone/>
              <a:defRPr sz="1733" b="1">
                <a:solidFill>
                  <a:schemeClr val="accent1"/>
                </a:solidFill>
              </a:defRPr>
            </a:lvl1pPr>
          </a:lstStyle>
          <a:p>
            <a:r>
              <a:rPr lang="en-US"/>
              <a:t>Edit text</a:t>
            </a:r>
          </a:p>
        </p:txBody>
      </p:sp>
      <p:sp>
        <p:nvSpPr>
          <p:cNvPr id="39" name="Text Placeholder 4"/>
          <p:cNvSpPr>
            <a:spLocks noGrp="1"/>
          </p:cNvSpPr>
          <p:nvPr>
            <p:ph type="body" sz="quarter" idx="26" hasCustomPrompt="1"/>
          </p:nvPr>
        </p:nvSpPr>
        <p:spPr>
          <a:xfrm>
            <a:off x="6647856" y="5362125"/>
            <a:ext cx="679461" cy="280855"/>
          </a:xfrm>
          <a:prstGeom prst="rect">
            <a:avLst/>
          </a:prstGeom>
        </p:spPr>
        <p:txBody>
          <a:bodyPr anchor="ctr"/>
          <a:lstStyle>
            <a:lvl1pPr algn="ctr">
              <a:buNone/>
              <a:defRPr sz="1733" b="1">
                <a:solidFill>
                  <a:schemeClr val="accent1"/>
                </a:solidFill>
              </a:defRPr>
            </a:lvl1pPr>
          </a:lstStyle>
          <a:p>
            <a:r>
              <a:rPr lang="en-US"/>
              <a:t>8</a:t>
            </a:r>
          </a:p>
        </p:txBody>
      </p:sp>
      <p:sp>
        <p:nvSpPr>
          <p:cNvPr id="40" name="Text Placeholder 4"/>
          <p:cNvSpPr>
            <a:spLocks noGrp="1"/>
          </p:cNvSpPr>
          <p:nvPr>
            <p:ph type="body" sz="quarter" idx="27" hasCustomPrompt="1"/>
          </p:nvPr>
        </p:nvSpPr>
        <p:spPr>
          <a:xfrm>
            <a:off x="7481899" y="5380322"/>
            <a:ext cx="4194504" cy="277820"/>
          </a:xfrm>
          <a:prstGeom prst="rect">
            <a:avLst/>
          </a:prstGeom>
        </p:spPr>
        <p:txBody>
          <a:bodyPr anchor="ctr"/>
          <a:lstStyle>
            <a:lvl1pPr>
              <a:buNone/>
              <a:defRPr sz="1733" b="1">
                <a:solidFill>
                  <a:schemeClr val="accent1"/>
                </a:solidFill>
              </a:defRPr>
            </a:lvl1pPr>
          </a:lstStyle>
          <a:p>
            <a:r>
              <a:rPr lang="en-US"/>
              <a:t>Edit text</a:t>
            </a:r>
          </a:p>
        </p:txBody>
      </p:sp>
    </p:spTree>
    <p:extLst>
      <p:ext uri="{BB962C8B-B14F-4D97-AF65-F5344CB8AC3E}">
        <p14:creationId xmlns:p14="http://schemas.microsoft.com/office/powerpoint/2010/main" val="16702255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tandard Layout">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2330521" y="6476207"/>
            <a:ext cx="700920" cy="123111"/>
          </a:xfrm>
          <a:prstGeom prst="rect">
            <a:avLst/>
          </a:prstGeom>
        </p:spPr>
        <p:txBody>
          <a:bodyPr vert="horz" lIns="0" tIns="0" rIns="0" bIns="0" rtlCol="0" anchor="ctr">
            <a:spAutoFit/>
          </a:bodyPr>
          <a:lstStyle>
            <a:lvl1pPr algn="l">
              <a:defRPr sz="800">
                <a:solidFill>
                  <a:schemeClr val="bg2"/>
                </a:solidFill>
                <a:latin typeface="Arial"/>
                <a:cs typeface="Arial"/>
              </a:defRPr>
            </a:lvl1pPr>
          </a:lstStyle>
          <a:p>
            <a:r>
              <a:rPr lang="en-US"/>
              <a:t>Page </a:t>
            </a:r>
            <a:fld id="{5A9C12DC-491F-9444-86A2-13AC5C62A2FC}" type="slidenum">
              <a:rPr lang="en-US" smtClean="0"/>
              <a:pPr/>
              <a:t>‹#›</a:t>
            </a:fld>
            <a:endParaRPr lang="en-US"/>
          </a:p>
        </p:txBody>
      </p:sp>
      <p:sp>
        <p:nvSpPr>
          <p:cNvPr id="5" name="Footer Placeholder 4"/>
          <p:cNvSpPr>
            <a:spLocks noGrp="1"/>
          </p:cNvSpPr>
          <p:nvPr>
            <p:ph type="ftr" sz="quarter" idx="3"/>
          </p:nvPr>
        </p:nvSpPr>
        <p:spPr>
          <a:xfrm>
            <a:off x="336551" y="6476207"/>
            <a:ext cx="2013023" cy="123111"/>
          </a:xfrm>
          <a:prstGeom prst="rect">
            <a:avLst/>
          </a:prstGeom>
        </p:spPr>
        <p:txBody>
          <a:bodyPr vert="horz" wrap="square" lIns="0" tIns="0" rIns="0" bIns="0" rtlCol="0" anchor="ctr">
            <a:spAutoFit/>
          </a:bodyPr>
          <a:lstStyle>
            <a:lvl1pPr algn="l">
              <a:defRPr sz="800">
                <a:solidFill>
                  <a:schemeClr val="accent1"/>
                </a:solidFill>
                <a:latin typeface="Arial"/>
                <a:cs typeface="Arial"/>
              </a:defRPr>
            </a:lvl1pPr>
          </a:lstStyle>
          <a:p>
            <a:r>
              <a:rPr lang="en-US"/>
              <a:t>Confidential Property of Schneider Electric |</a:t>
            </a:r>
          </a:p>
        </p:txBody>
      </p:sp>
      <p:sp>
        <p:nvSpPr>
          <p:cNvPr id="8" name="Content Placeholder 2"/>
          <p:cNvSpPr>
            <a:spLocks noGrp="1"/>
          </p:cNvSpPr>
          <p:nvPr>
            <p:ph sz="quarter" idx="31"/>
          </p:nvPr>
        </p:nvSpPr>
        <p:spPr>
          <a:xfrm>
            <a:off x="344073" y="1604434"/>
            <a:ext cx="11572760" cy="4235452"/>
          </a:xfrm>
        </p:spPr>
        <p:txBody>
          <a:bodyPr wrap="square">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p:cNvSpPr>
            <a:spLocks noGrp="1"/>
          </p:cNvSpPr>
          <p:nvPr>
            <p:ph type="body" sz="quarter" idx="32"/>
          </p:nvPr>
        </p:nvSpPr>
        <p:spPr>
          <a:xfrm>
            <a:off x="336551" y="306916"/>
            <a:ext cx="11529483" cy="492443"/>
          </a:xfrm>
        </p:spPr>
        <p:txBody>
          <a:bodyPr/>
          <a:lstStyle>
            <a:lvl1pPr>
              <a:buFontTx/>
              <a:buNone/>
              <a:defRPr sz="3200">
                <a:solidFill>
                  <a:schemeClr val="tx2"/>
                </a:solidFill>
              </a:defRPr>
            </a:lvl1pPr>
            <a:lvl2pPr>
              <a:buFontTx/>
              <a:buNone/>
              <a:defRPr/>
            </a:lvl2pPr>
            <a:lvl3pPr>
              <a:buFontTx/>
              <a:buNone/>
              <a:defRPr/>
            </a:lvl3pPr>
            <a:lvl4pPr>
              <a:buFontTx/>
              <a:buNone/>
              <a:defRPr/>
            </a:lvl4pPr>
            <a:lvl5pPr>
              <a:buFontTx/>
              <a:buNone/>
              <a:defRPr/>
            </a:lvl5pPr>
          </a:lstStyle>
          <a:p>
            <a:pPr lvl="0"/>
            <a:r>
              <a:rPr lang="en-US"/>
              <a:t>Click to edit Master text styles</a:t>
            </a:r>
          </a:p>
        </p:txBody>
      </p:sp>
      <p:sp>
        <p:nvSpPr>
          <p:cNvPr id="14" name="Text Placeholder 13"/>
          <p:cNvSpPr>
            <a:spLocks noGrp="1"/>
          </p:cNvSpPr>
          <p:nvPr>
            <p:ph type="body" sz="quarter" idx="33"/>
          </p:nvPr>
        </p:nvSpPr>
        <p:spPr>
          <a:xfrm>
            <a:off x="336551" y="911155"/>
            <a:ext cx="11529483" cy="338555"/>
          </a:xfrm>
        </p:spPr>
        <p:txBody>
          <a:bodyPr/>
          <a:lstStyle>
            <a:lvl1pPr marL="478337" indent="-457173">
              <a:buFontTx/>
              <a:buNone/>
              <a:defRPr sz="2133" baseline="0">
                <a:solidFill>
                  <a:schemeClr val="accent1"/>
                </a:solidFill>
              </a:defRPr>
            </a:lvl1pPr>
            <a:lvl2pPr marL="543950" indent="-304782">
              <a:buFontTx/>
              <a:buNone/>
              <a:defRPr/>
            </a:lvl2pPr>
            <a:lvl3pPr marL="783119" indent="-304782">
              <a:buFontTx/>
              <a:buNone/>
              <a:defRPr/>
            </a:lvl3pPr>
            <a:lvl4pPr marL="1024405" indent="-304782">
              <a:buFontTx/>
              <a:buNone/>
              <a:defRPr/>
            </a:lvl4pPr>
            <a:lvl5pPr marL="1252991" indent="-304782">
              <a:buFontTx/>
              <a:buNone/>
              <a:defRPr/>
            </a:lvl5pPr>
          </a:lstStyle>
          <a:p>
            <a:pPr lvl="0"/>
            <a:r>
              <a:rPr lang="en-US"/>
              <a:t>Click to edit Master text styles</a:t>
            </a:r>
          </a:p>
        </p:txBody>
      </p:sp>
    </p:spTree>
    <p:extLst>
      <p:ext uri="{BB962C8B-B14F-4D97-AF65-F5344CB8AC3E}">
        <p14:creationId xmlns:p14="http://schemas.microsoft.com/office/powerpoint/2010/main" val="33015443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1_Standard Layout">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2330521" y="6476207"/>
            <a:ext cx="700920" cy="123111"/>
          </a:xfrm>
          <a:prstGeom prst="rect">
            <a:avLst/>
          </a:prstGeom>
        </p:spPr>
        <p:txBody>
          <a:bodyPr vert="horz" lIns="0" tIns="0" rIns="0" bIns="0" rtlCol="0" anchor="ctr">
            <a:spAutoFit/>
          </a:bodyPr>
          <a:lstStyle>
            <a:lvl1pPr algn="l">
              <a:defRPr sz="800">
                <a:solidFill>
                  <a:schemeClr val="bg2"/>
                </a:solidFill>
                <a:latin typeface="Arial"/>
                <a:cs typeface="Arial"/>
              </a:defRPr>
            </a:lvl1pPr>
          </a:lstStyle>
          <a:p>
            <a:r>
              <a:rPr lang="en-US"/>
              <a:t>Page </a:t>
            </a:r>
            <a:fld id="{5A9C12DC-491F-9444-86A2-13AC5C62A2FC}" type="slidenum">
              <a:rPr lang="en-US" smtClean="0"/>
              <a:pPr/>
              <a:t>‹#›</a:t>
            </a:fld>
            <a:endParaRPr lang="en-US"/>
          </a:p>
        </p:txBody>
      </p:sp>
      <p:sp>
        <p:nvSpPr>
          <p:cNvPr id="5" name="Footer Placeholder 4"/>
          <p:cNvSpPr>
            <a:spLocks noGrp="1"/>
          </p:cNvSpPr>
          <p:nvPr>
            <p:ph type="ftr" sz="quarter" idx="3"/>
          </p:nvPr>
        </p:nvSpPr>
        <p:spPr>
          <a:xfrm>
            <a:off x="336551" y="6476207"/>
            <a:ext cx="2013023" cy="123111"/>
          </a:xfrm>
          <a:prstGeom prst="rect">
            <a:avLst/>
          </a:prstGeom>
        </p:spPr>
        <p:txBody>
          <a:bodyPr vert="horz" wrap="square" lIns="0" tIns="0" rIns="0" bIns="0" rtlCol="0" anchor="ctr">
            <a:spAutoFit/>
          </a:bodyPr>
          <a:lstStyle>
            <a:lvl1pPr algn="l">
              <a:defRPr sz="800">
                <a:solidFill>
                  <a:schemeClr val="accent1"/>
                </a:solidFill>
                <a:latin typeface="Arial"/>
                <a:cs typeface="Arial"/>
              </a:defRPr>
            </a:lvl1pPr>
          </a:lstStyle>
          <a:p>
            <a:r>
              <a:rPr lang="en-US"/>
              <a:t>Confidential Property of Schneider Electric |</a:t>
            </a:r>
          </a:p>
        </p:txBody>
      </p:sp>
      <p:sp>
        <p:nvSpPr>
          <p:cNvPr id="8" name="Content Placeholder 2"/>
          <p:cNvSpPr>
            <a:spLocks noGrp="1"/>
          </p:cNvSpPr>
          <p:nvPr>
            <p:ph sz="quarter" idx="31"/>
          </p:nvPr>
        </p:nvSpPr>
        <p:spPr>
          <a:xfrm>
            <a:off x="344073" y="1604434"/>
            <a:ext cx="11572760" cy="4235452"/>
          </a:xfrm>
        </p:spPr>
        <p:txBody>
          <a:bodyPr wrap="square">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p:cNvSpPr>
            <a:spLocks noGrp="1"/>
          </p:cNvSpPr>
          <p:nvPr>
            <p:ph type="body" sz="quarter" idx="32"/>
          </p:nvPr>
        </p:nvSpPr>
        <p:spPr>
          <a:xfrm>
            <a:off x="336551" y="306916"/>
            <a:ext cx="11529483" cy="492443"/>
          </a:xfrm>
        </p:spPr>
        <p:txBody>
          <a:bodyPr/>
          <a:lstStyle>
            <a:lvl1pPr>
              <a:buFontTx/>
              <a:buNone/>
              <a:defRPr sz="3200">
                <a:solidFill>
                  <a:schemeClr val="tx2"/>
                </a:solidFill>
              </a:defRPr>
            </a:lvl1pPr>
            <a:lvl2pPr>
              <a:buFontTx/>
              <a:buNone/>
              <a:defRPr/>
            </a:lvl2pPr>
            <a:lvl3pPr>
              <a:buFontTx/>
              <a:buNone/>
              <a:defRPr/>
            </a:lvl3pPr>
            <a:lvl4pPr>
              <a:buFontTx/>
              <a:buNone/>
              <a:defRPr/>
            </a:lvl4pPr>
            <a:lvl5pPr>
              <a:buFontTx/>
              <a:buNone/>
              <a:defRPr/>
            </a:lvl5pPr>
          </a:lstStyle>
          <a:p>
            <a:pPr lvl="0"/>
            <a:r>
              <a:rPr lang="en-US"/>
              <a:t>Click to edit Master text styles</a:t>
            </a:r>
          </a:p>
        </p:txBody>
      </p:sp>
      <p:sp>
        <p:nvSpPr>
          <p:cNvPr id="14" name="Text Placeholder 13"/>
          <p:cNvSpPr>
            <a:spLocks noGrp="1"/>
          </p:cNvSpPr>
          <p:nvPr>
            <p:ph type="body" sz="quarter" idx="33"/>
          </p:nvPr>
        </p:nvSpPr>
        <p:spPr>
          <a:xfrm>
            <a:off x="336551" y="911155"/>
            <a:ext cx="11529483" cy="338555"/>
          </a:xfrm>
        </p:spPr>
        <p:txBody>
          <a:bodyPr/>
          <a:lstStyle>
            <a:lvl1pPr marL="478337" indent="-457173">
              <a:buFontTx/>
              <a:buNone/>
              <a:defRPr sz="2133" baseline="0">
                <a:solidFill>
                  <a:schemeClr val="accent1"/>
                </a:solidFill>
              </a:defRPr>
            </a:lvl1pPr>
            <a:lvl2pPr marL="543950" indent="-304782">
              <a:buFontTx/>
              <a:buNone/>
              <a:defRPr/>
            </a:lvl2pPr>
            <a:lvl3pPr marL="783119" indent="-304782">
              <a:buFontTx/>
              <a:buNone/>
              <a:defRPr/>
            </a:lvl3pPr>
            <a:lvl4pPr marL="1024405" indent="-304782">
              <a:buFontTx/>
              <a:buNone/>
              <a:defRPr/>
            </a:lvl4pPr>
            <a:lvl5pPr marL="1252991" indent="-304782">
              <a:buFontTx/>
              <a:buNone/>
              <a:defRPr/>
            </a:lvl5pPr>
          </a:lstStyle>
          <a:p>
            <a:pPr lvl="0"/>
            <a:r>
              <a:rPr lang="en-US"/>
              <a:t>Click to edit Master text styles</a:t>
            </a:r>
          </a:p>
        </p:txBody>
      </p:sp>
    </p:spTree>
    <p:extLst>
      <p:ext uri="{BB962C8B-B14F-4D97-AF65-F5344CB8AC3E}">
        <p14:creationId xmlns:p14="http://schemas.microsoft.com/office/powerpoint/2010/main" val="5314548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2_Standard Layout">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2330521" y="6476207"/>
            <a:ext cx="700920" cy="123111"/>
          </a:xfrm>
          <a:prstGeom prst="rect">
            <a:avLst/>
          </a:prstGeom>
        </p:spPr>
        <p:txBody>
          <a:bodyPr vert="horz" lIns="0" tIns="0" rIns="0" bIns="0" rtlCol="0" anchor="ctr">
            <a:spAutoFit/>
          </a:bodyPr>
          <a:lstStyle>
            <a:lvl1pPr algn="l">
              <a:defRPr sz="800">
                <a:solidFill>
                  <a:schemeClr val="bg2"/>
                </a:solidFill>
                <a:latin typeface="Arial"/>
                <a:cs typeface="Arial"/>
              </a:defRPr>
            </a:lvl1pPr>
          </a:lstStyle>
          <a:p>
            <a:r>
              <a:rPr lang="en-US"/>
              <a:t>Page </a:t>
            </a:r>
            <a:fld id="{5A9C12DC-491F-9444-86A2-13AC5C62A2FC}" type="slidenum">
              <a:rPr lang="en-US" smtClean="0"/>
              <a:pPr/>
              <a:t>‹#›</a:t>
            </a:fld>
            <a:endParaRPr lang="en-US"/>
          </a:p>
        </p:txBody>
      </p:sp>
      <p:sp>
        <p:nvSpPr>
          <p:cNvPr id="5" name="Footer Placeholder 4"/>
          <p:cNvSpPr>
            <a:spLocks noGrp="1"/>
          </p:cNvSpPr>
          <p:nvPr>
            <p:ph type="ftr" sz="quarter" idx="3"/>
          </p:nvPr>
        </p:nvSpPr>
        <p:spPr>
          <a:xfrm>
            <a:off x="336551" y="6476207"/>
            <a:ext cx="2013023" cy="123111"/>
          </a:xfrm>
          <a:prstGeom prst="rect">
            <a:avLst/>
          </a:prstGeom>
        </p:spPr>
        <p:txBody>
          <a:bodyPr vert="horz" wrap="square" lIns="0" tIns="0" rIns="0" bIns="0" rtlCol="0" anchor="ctr">
            <a:spAutoFit/>
          </a:bodyPr>
          <a:lstStyle>
            <a:lvl1pPr algn="l">
              <a:defRPr sz="800">
                <a:solidFill>
                  <a:schemeClr val="accent1"/>
                </a:solidFill>
                <a:latin typeface="Arial"/>
                <a:cs typeface="Arial"/>
              </a:defRPr>
            </a:lvl1pPr>
          </a:lstStyle>
          <a:p>
            <a:r>
              <a:rPr lang="en-US"/>
              <a:t>Confidential Property of Schneider Electric |</a:t>
            </a:r>
          </a:p>
        </p:txBody>
      </p:sp>
      <p:sp>
        <p:nvSpPr>
          <p:cNvPr id="8" name="Content Placeholder 2"/>
          <p:cNvSpPr>
            <a:spLocks noGrp="1"/>
          </p:cNvSpPr>
          <p:nvPr>
            <p:ph sz="quarter" idx="31"/>
          </p:nvPr>
        </p:nvSpPr>
        <p:spPr>
          <a:xfrm>
            <a:off x="344073" y="1604434"/>
            <a:ext cx="11572760" cy="4235452"/>
          </a:xfrm>
        </p:spPr>
        <p:txBody>
          <a:bodyPr wrap="square">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p:cNvSpPr>
            <a:spLocks noGrp="1"/>
          </p:cNvSpPr>
          <p:nvPr>
            <p:ph type="body" sz="quarter" idx="32"/>
          </p:nvPr>
        </p:nvSpPr>
        <p:spPr>
          <a:xfrm>
            <a:off x="336551" y="306916"/>
            <a:ext cx="11529483" cy="492443"/>
          </a:xfrm>
        </p:spPr>
        <p:txBody>
          <a:bodyPr/>
          <a:lstStyle>
            <a:lvl1pPr>
              <a:buFontTx/>
              <a:buNone/>
              <a:defRPr sz="3200">
                <a:solidFill>
                  <a:schemeClr val="tx2"/>
                </a:solidFill>
              </a:defRPr>
            </a:lvl1pPr>
            <a:lvl2pPr>
              <a:buFontTx/>
              <a:buNone/>
              <a:defRPr/>
            </a:lvl2pPr>
            <a:lvl3pPr>
              <a:buFontTx/>
              <a:buNone/>
              <a:defRPr/>
            </a:lvl3pPr>
            <a:lvl4pPr>
              <a:buFontTx/>
              <a:buNone/>
              <a:defRPr/>
            </a:lvl4pPr>
            <a:lvl5pPr>
              <a:buFontTx/>
              <a:buNone/>
              <a:defRPr/>
            </a:lvl5pPr>
          </a:lstStyle>
          <a:p>
            <a:pPr lvl="0"/>
            <a:r>
              <a:rPr lang="en-US"/>
              <a:t>Click to edit Master text styles</a:t>
            </a:r>
          </a:p>
        </p:txBody>
      </p:sp>
      <p:sp>
        <p:nvSpPr>
          <p:cNvPr id="14" name="Text Placeholder 13"/>
          <p:cNvSpPr>
            <a:spLocks noGrp="1"/>
          </p:cNvSpPr>
          <p:nvPr>
            <p:ph type="body" sz="quarter" idx="33"/>
          </p:nvPr>
        </p:nvSpPr>
        <p:spPr>
          <a:xfrm>
            <a:off x="336551" y="911155"/>
            <a:ext cx="11529483" cy="338555"/>
          </a:xfrm>
        </p:spPr>
        <p:txBody>
          <a:bodyPr/>
          <a:lstStyle>
            <a:lvl1pPr marL="478337" indent="-457173">
              <a:buFontTx/>
              <a:buNone/>
              <a:defRPr sz="2133" baseline="0">
                <a:solidFill>
                  <a:schemeClr val="accent1"/>
                </a:solidFill>
              </a:defRPr>
            </a:lvl1pPr>
            <a:lvl2pPr marL="543950" indent="-304782">
              <a:buFontTx/>
              <a:buNone/>
              <a:defRPr/>
            </a:lvl2pPr>
            <a:lvl3pPr marL="783119" indent="-304782">
              <a:buFontTx/>
              <a:buNone/>
              <a:defRPr/>
            </a:lvl3pPr>
            <a:lvl4pPr marL="1024405" indent="-304782">
              <a:buFontTx/>
              <a:buNone/>
              <a:defRPr/>
            </a:lvl4pPr>
            <a:lvl5pPr marL="1252991" indent="-304782">
              <a:buFontTx/>
              <a:buNone/>
              <a:defRPr/>
            </a:lvl5pPr>
          </a:lstStyle>
          <a:p>
            <a:pPr lvl="0"/>
            <a:r>
              <a:rPr lang="en-US"/>
              <a:t>Click to edit Master text styles</a:t>
            </a:r>
          </a:p>
        </p:txBody>
      </p:sp>
    </p:spTree>
    <p:extLst>
      <p:ext uri="{BB962C8B-B14F-4D97-AF65-F5344CB8AC3E}">
        <p14:creationId xmlns:p14="http://schemas.microsoft.com/office/powerpoint/2010/main" val="3084885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losing Slide Master">
    <p:bg>
      <p:bgPr>
        <a:solidFill>
          <a:schemeClr val="tx2"/>
        </a:solidFill>
        <a:effectLst/>
      </p:bgPr>
    </p:bg>
    <p:spTree>
      <p:nvGrpSpPr>
        <p:cNvPr id="1" name=""/>
        <p:cNvGrpSpPr/>
        <p:nvPr/>
      </p:nvGrpSpPr>
      <p:grpSpPr>
        <a:xfrm>
          <a:off x="0" y="0"/>
          <a:ext cx="0" cy="0"/>
          <a:chOff x="0" y="0"/>
          <a:chExt cx="0" cy="0"/>
        </a:xfrm>
      </p:grpSpPr>
      <p:pic>
        <p:nvPicPr>
          <p:cNvPr id="4" name="Picture 3" descr="schneider_LIO_White_RGB.png"/>
          <p:cNvPicPr>
            <a:picLocks noChangeAspect="1"/>
          </p:cNvPicPr>
          <p:nvPr/>
        </p:nvPicPr>
        <p:blipFill>
          <a:blip r:embed="rId2" cstate="print"/>
          <a:stretch>
            <a:fillRect/>
          </a:stretch>
        </p:blipFill>
        <p:spPr>
          <a:xfrm>
            <a:off x="3692165" y="2611549"/>
            <a:ext cx="4745843" cy="1308496"/>
          </a:xfrm>
          <a:prstGeom prst="rect">
            <a:avLst/>
          </a:prstGeom>
        </p:spPr>
      </p:pic>
    </p:spTree>
    <p:extLst>
      <p:ext uri="{BB962C8B-B14F-4D97-AF65-F5344CB8AC3E}">
        <p14:creationId xmlns:p14="http://schemas.microsoft.com/office/powerpoint/2010/main" val="19327102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ection_Divider_Image">
    <p:spTree>
      <p:nvGrpSpPr>
        <p:cNvPr id="1" name=""/>
        <p:cNvGrpSpPr/>
        <p:nvPr/>
      </p:nvGrpSpPr>
      <p:grpSpPr>
        <a:xfrm>
          <a:off x="0" y="0"/>
          <a:ext cx="0" cy="0"/>
          <a:chOff x="0" y="0"/>
          <a:chExt cx="0" cy="0"/>
        </a:xfrm>
      </p:grpSpPr>
      <p:sp>
        <p:nvSpPr>
          <p:cNvPr id="8" name="Slide Number Placeholder 5"/>
          <p:cNvSpPr>
            <a:spLocks noGrp="1"/>
          </p:cNvSpPr>
          <p:nvPr>
            <p:ph type="sldNum" sz="quarter" idx="4"/>
          </p:nvPr>
        </p:nvSpPr>
        <p:spPr>
          <a:xfrm>
            <a:off x="2330521" y="6476209"/>
            <a:ext cx="700920" cy="123111"/>
          </a:xfrm>
          <a:prstGeom prst="rect">
            <a:avLst/>
          </a:prstGeom>
        </p:spPr>
        <p:txBody>
          <a:bodyPr vert="horz" lIns="0" tIns="0" rIns="0" bIns="0" rtlCol="0" anchor="ctr">
            <a:spAutoFit/>
          </a:bodyPr>
          <a:lstStyle>
            <a:lvl1pPr algn="l">
              <a:defRPr sz="800">
                <a:solidFill>
                  <a:srgbClr val="FFFFFF"/>
                </a:solidFill>
                <a:latin typeface="Arial"/>
                <a:cs typeface="Arial"/>
              </a:defRPr>
            </a:lvl1pPr>
          </a:lstStyle>
          <a:p>
            <a:fld id="{71758379-88C6-4331-B308-68DE9E253776}" type="slidenum">
              <a:rPr lang="en-US" smtClean="0"/>
              <a:t>‹#›</a:t>
            </a:fld>
            <a:endParaRPr lang="en-US"/>
          </a:p>
        </p:txBody>
      </p:sp>
      <p:sp>
        <p:nvSpPr>
          <p:cNvPr id="9" name="Footer Placeholder 4"/>
          <p:cNvSpPr>
            <a:spLocks noGrp="1"/>
          </p:cNvSpPr>
          <p:nvPr>
            <p:ph type="ftr" sz="quarter" idx="3"/>
          </p:nvPr>
        </p:nvSpPr>
        <p:spPr>
          <a:xfrm>
            <a:off x="336553" y="6476207"/>
            <a:ext cx="2013023" cy="123111"/>
          </a:xfrm>
          <a:prstGeom prst="rect">
            <a:avLst/>
          </a:prstGeom>
        </p:spPr>
        <p:txBody>
          <a:bodyPr vert="horz" wrap="square" lIns="0" tIns="0" rIns="0" bIns="0" rtlCol="0" anchor="ctr">
            <a:spAutoFit/>
          </a:bodyPr>
          <a:lstStyle>
            <a:lvl1pPr algn="l">
              <a:defRPr sz="800">
                <a:solidFill>
                  <a:srgbClr val="FFFFFF"/>
                </a:solidFill>
                <a:latin typeface="Arial"/>
                <a:cs typeface="Arial"/>
              </a:defRPr>
            </a:lvl1pPr>
          </a:lstStyle>
          <a:p>
            <a:endParaRPr lang="en-US"/>
          </a:p>
        </p:txBody>
      </p:sp>
      <p:pic>
        <p:nvPicPr>
          <p:cNvPr id="7" name="Picture 6" descr="schneider_LIO_White_RGB.png"/>
          <p:cNvPicPr>
            <a:picLocks noChangeAspect="1"/>
          </p:cNvPicPr>
          <p:nvPr/>
        </p:nvPicPr>
        <p:blipFill>
          <a:blip r:embed="rId2" cstate="print"/>
          <a:stretch>
            <a:fillRect/>
          </a:stretch>
        </p:blipFill>
        <p:spPr>
          <a:xfrm>
            <a:off x="9474598" y="6013413"/>
            <a:ext cx="2542673" cy="701052"/>
          </a:xfrm>
          <a:prstGeom prst="rect">
            <a:avLst/>
          </a:prstGeom>
        </p:spPr>
      </p:pic>
      <p:sp>
        <p:nvSpPr>
          <p:cNvPr id="12" name="Title 1"/>
          <p:cNvSpPr>
            <a:spLocks noGrp="1"/>
          </p:cNvSpPr>
          <p:nvPr>
            <p:ph type="title" hasCustomPrompt="1"/>
          </p:nvPr>
        </p:nvSpPr>
        <p:spPr>
          <a:xfrm>
            <a:off x="0" y="2721428"/>
            <a:ext cx="12192000" cy="1156853"/>
          </a:xfrm>
          <a:prstGeom prst="rect">
            <a:avLst/>
          </a:prstGeom>
          <a:solidFill>
            <a:schemeClr val="tx2">
              <a:alpha val="80000"/>
            </a:schemeClr>
          </a:solidFill>
        </p:spPr>
        <p:txBody>
          <a:bodyPr lIns="251966" tIns="0" rIns="0" bIns="0" anchor="ctr" anchorCtr="0"/>
          <a:lstStyle>
            <a:lvl1pPr algn="l">
              <a:defRPr sz="3200" baseline="0">
                <a:solidFill>
                  <a:srgbClr val="FFFFFF"/>
                </a:solidFill>
              </a:defRPr>
            </a:lvl1pPr>
          </a:lstStyle>
          <a:p>
            <a:r>
              <a:rPr lang="en-US"/>
              <a:t>Click To Edit Section Title</a:t>
            </a:r>
          </a:p>
        </p:txBody>
      </p:sp>
      <p:sp>
        <p:nvSpPr>
          <p:cNvPr id="13" name="Text Placeholder 9"/>
          <p:cNvSpPr>
            <a:spLocks noGrp="1"/>
          </p:cNvSpPr>
          <p:nvPr>
            <p:ph type="body" sz="quarter" idx="11" hasCustomPrompt="1"/>
          </p:nvPr>
        </p:nvSpPr>
        <p:spPr>
          <a:xfrm>
            <a:off x="0" y="3867184"/>
            <a:ext cx="12192000" cy="497417"/>
          </a:xfrm>
          <a:prstGeom prst="rect">
            <a:avLst/>
          </a:prstGeom>
          <a:solidFill>
            <a:schemeClr val="tx2"/>
          </a:solidFill>
        </p:spPr>
        <p:txBody>
          <a:bodyPr lIns="251966" tIns="0" rIns="0" bIns="0" anchor="ctr" anchorCtr="0"/>
          <a:lstStyle>
            <a:lvl1pPr marL="0" indent="0">
              <a:buNone/>
              <a:defRPr sz="1600" baseline="0">
                <a:solidFill>
                  <a:schemeClr val="bg1"/>
                </a:solidFill>
              </a:defRPr>
            </a:lvl1pPr>
          </a:lstStyle>
          <a:p>
            <a:pPr lvl="0"/>
            <a:r>
              <a:rPr lang="en-US"/>
              <a:t>Click To Edit Optional Subtitle</a:t>
            </a:r>
          </a:p>
        </p:txBody>
      </p:sp>
      <p:sp>
        <p:nvSpPr>
          <p:cNvPr id="10" name="Picture Placeholder 5"/>
          <p:cNvSpPr>
            <a:spLocks noGrp="1"/>
          </p:cNvSpPr>
          <p:nvPr>
            <p:ph type="pic" sz="quarter" idx="10" hasCustomPrompt="1"/>
          </p:nvPr>
        </p:nvSpPr>
        <p:spPr>
          <a:xfrm>
            <a:off x="0" y="0"/>
            <a:ext cx="12192000" cy="6858000"/>
          </a:xfrm>
          <a:prstGeom prst="rect">
            <a:avLst/>
          </a:prstGeom>
          <a:solidFill>
            <a:srgbClr val="8E8F93">
              <a:alpha val="20000"/>
            </a:srgbClr>
          </a:solidFill>
        </p:spPr>
        <p:txBody>
          <a:bodyPr/>
          <a:lstStyle>
            <a:lvl1pPr marL="0" indent="0">
              <a:buNone/>
              <a:defRPr sz="1867" b="1">
                <a:solidFill>
                  <a:schemeClr val="accent6"/>
                </a:solidFill>
              </a:defRPr>
            </a:lvl1pPr>
          </a:lstStyle>
          <a:p>
            <a:r>
              <a:rPr lang="en-US"/>
              <a:t>Drag your image here (drop on the picture icon) and remember to send this box to the “back” so that the green dividing line is visually on top of the image.</a:t>
            </a:r>
          </a:p>
        </p:txBody>
      </p:sp>
    </p:spTree>
    <p:extLst>
      <p:ext uri="{BB962C8B-B14F-4D97-AF65-F5344CB8AC3E}">
        <p14:creationId xmlns:p14="http://schemas.microsoft.com/office/powerpoint/2010/main" val="30461255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24318-51E0-FB57-8C9B-126DAB76722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D4EB0BD-3AB5-4083-ABE2-9D8202BE03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4C65172-1506-530D-2569-FA700D5E4924}"/>
              </a:ext>
            </a:extLst>
          </p:cNvPr>
          <p:cNvSpPr>
            <a:spLocks noGrp="1"/>
          </p:cNvSpPr>
          <p:nvPr>
            <p:ph type="dt" sz="half" idx="10"/>
          </p:nvPr>
        </p:nvSpPr>
        <p:spPr/>
        <p:txBody>
          <a:bodyPr/>
          <a:lstStyle/>
          <a:p>
            <a:fld id="{8472DD60-DFB4-480A-AE84-05B5A5FE865B}" type="datetimeFigureOut">
              <a:rPr lang="en-IN" smtClean="0"/>
              <a:t>30-08-2026</a:t>
            </a:fld>
            <a:endParaRPr lang="en-IN"/>
          </a:p>
        </p:txBody>
      </p:sp>
      <p:sp>
        <p:nvSpPr>
          <p:cNvPr id="5" name="Footer Placeholder 4">
            <a:extLst>
              <a:ext uri="{FF2B5EF4-FFF2-40B4-BE49-F238E27FC236}">
                <a16:creationId xmlns:a16="http://schemas.microsoft.com/office/drawing/2014/main" id="{FEDC5901-C77B-1AE1-CECD-28E00BFC8E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CE99D9-7B61-FB1F-273A-54ECDB52C79A}"/>
              </a:ext>
            </a:extLst>
          </p:cNvPr>
          <p:cNvSpPr>
            <a:spLocks noGrp="1"/>
          </p:cNvSpPr>
          <p:nvPr>
            <p:ph type="sldNum" sz="quarter" idx="12"/>
          </p:nvPr>
        </p:nvSpPr>
        <p:spPr/>
        <p:txBody>
          <a:bodyPr/>
          <a:lstStyle/>
          <a:p>
            <a:fld id="{8E155558-34CA-421C-95A1-5113DE787655}" type="slidenum">
              <a:rPr lang="en-IN" smtClean="0"/>
              <a:t>‹#›</a:t>
            </a:fld>
            <a:endParaRPr lang="en-IN"/>
          </a:p>
        </p:txBody>
      </p:sp>
    </p:spTree>
    <p:extLst>
      <p:ext uri="{BB962C8B-B14F-4D97-AF65-F5344CB8AC3E}">
        <p14:creationId xmlns:p14="http://schemas.microsoft.com/office/powerpoint/2010/main" val="11478855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14D13-4D29-70EE-735A-CC0DABCFF1A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24A4883-95B4-5200-9624-E8B5DBD589D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82465E8-E84C-2F6F-F119-2016EEB4F01A}"/>
              </a:ext>
            </a:extLst>
          </p:cNvPr>
          <p:cNvSpPr>
            <a:spLocks noGrp="1"/>
          </p:cNvSpPr>
          <p:nvPr>
            <p:ph type="dt" sz="half" idx="10"/>
          </p:nvPr>
        </p:nvSpPr>
        <p:spPr/>
        <p:txBody>
          <a:bodyPr/>
          <a:lstStyle/>
          <a:p>
            <a:fld id="{8472DD60-DFB4-480A-AE84-05B5A5FE865B}" type="datetimeFigureOut">
              <a:rPr lang="en-IN" smtClean="0"/>
              <a:t>30-08-2026</a:t>
            </a:fld>
            <a:endParaRPr lang="en-IN"/>
          </a:p>
        </p:txBody>
      </p:sp>
      <p:sp>
        <p:nvSpPr>
          <p:cNvPr id="5" name="Footer Placeholder 4">
            <a:extLst>
              <a:ext uri="{FF2B5EF4-FFF2-40B4-BE49-F238E27FC236}">
                <a16:creationId xmlns:a16="http://schemas.microsoft.com/office/drawing/2014/main" id="{87123E74-0A43-805A-C717-B4591F3201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D3749C0-B3E9-C41D-5DE1-3E539F0749A4}"/>
              </a:ext>
            </a:extLst>
          </p:cNvPr>
          <p:cNvSpPr>
            <a:spLocks noGrp="1"/>
          </p:cNvSpPr>
          <p:nvPr>
            <p:ph type="sldNum" sz="quarter" idx="12"/>
          </p:nvPr>
        </p:nvSpPr>
        <p:spPr/>
        <p:txBody>
          <a:bodyPr/>
          <a:lstStyle/>
          <a:p>
            <a:fld id="{8E155558-34CA-421C-95A1-5113DE787655}" type="slidenum">
              <a:rPr lang="en-IN" smtClean="0"/>
              <a:t>‹#›</a:t>
            </a:fld>
            <a:endParaRPr lang="en-IN"/>
          </a:p>
        </p:txBody>
      </p:sp>
    </p:spTree>
    <p:extLst>
      <p:ext uri="{BB962C8B-B14F-4D97-AF65-F5344CB8AC3E}">
        <p14:creationId xmlns:p14="http://schemas.microsoft.com/office/powerpoint/2010/main" val="159503958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18CCE5-1456-8361-4036-29409AFEFC31}"/>
              </a:ext>
            </a:extLst>
          </p:cNvPr>
          <p:cNvSpPr>
            <a:spLocks noGrp="1"/>
          </p:cNvSpPr>
          <p:nvPr>
            <p:ph type="dt" sz="half" idx="10"/>
          </p:nvPr>
        </p:nvSpPr>
        <p:spPr/>
        <p:txBody>
          <a:bodyPr/>
          <a:lstStyle/>
          <a:p>
            <a:fld id="{8472DD60-DFB4-480A-AE84-05B5A5FE865B}" type="datetimeFigureOut">
              <a:rPr lang="en-IN" smtClean="0"/>
              <a:t>30-08-2026</a:t>
            </a:fld>
            <a:endParaRPr lang="en-IN"/>
          </a:p>
        </p:txBody>
      </p:sp>
      <p:sp>
        <p:nvSpPr>
          <p:cNvPr id="3" name="Footer Placeholder 2">
            <a:extLst>
              <a:ext uri="{FF2B5EF4-FFF2-40B4-BE49-F238E27FC236}">
                <a16:creationId xmlns:a16="http://schemas.microsoft.com/office/drawing/2014/main" id="{7EBFC49C-3304-81E1-5CBB-A41B38D8D2C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09DD443-00C8-0820-B70D-9FD232C5A74E}"/>
              </a:ext>
            </a:extLst>
          </p:cNvPr>
          <p:cNvSpPr>
            <a:spLocks noGrp="1"/>
          </p:cNvSpPr>
          <p:nvPr>
            <p:ph type="sldNum" sz="quarter" idx="12"/>
          </p:nvPr>
        </p:nvSpPr>
        <p:spPr/>
        <p:txBody>
          <a:bodyPr/>
          <a:lstStyle/>
          <a:p>
            <a:fld id="{8E155558-34CA-421C-95A1-5113DE787655}" type="slidenum">
              <a:rPr lang="en-IN" smtClean="0"/>
              <a:t>‹#›</a:t>
            </a:fld>
            <a:endParaRPr lang="en-IN"/>
          </a:p>
        </p:txBody>
      </p:sp>
    </p:spTree>
    <p:extLst>
      <p:ext uri="{BB962C8B-B14F-4D97-AF65-F5344CB8AC3E}">
        <p14:creationId xmlns:p14="http://schemas.microsoft.com/office/powerpoint/2010/main" val="168952206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 Id="rId9" Type="http://schemas.openxmlformats.org/officeDocument/2006/relationships/slideLayout" Target="../slideLayouts/slideLayout23.xml"/><Relationship Id="rId10" Type="http://schemas.openxmlformats.org/officeDocument/2006/relationships/slideLayout" Target="../slideLayouts/slideLayout24.xml"/><Relationship Id="rId11" Type="http://schemas.openxmlformats.org/officeDocument/2006/relationships/theme" Target="../theme/theme2.xml"/><Relationship Id="rId12" Type="http://schemas.openxmlformats.org/officeDocument/2006/relationships/image" Target="../media/image1.png"/><Relationship Id="rId13"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5E8B0D-CBAB-AB73-D046-5C29760F79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BA58370-2670-9924-FD2F-DB9ADA07482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EBF3D6A-35AE-5787-25C8-CFD5564AEB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72DD60-DFB4-480A-AE84-05B5A5FE865B}" type="datetimeFigureOut">
              <a:rPr lang="en-IN" smtClean="0"/>
              <a:t>30-08-2026</a:t>
            </a:fld>
            <a:endParaRPr lang="en-IN"/>
          </a:p>
        </p:txBody>
      </p:sp>
      <p:sp>
        <p:nvSpPr>
          <p:cNvPr id="5" name="Footer Placeholder 4">
            <a:extLst>
              <a:ext uri="{FF2B5EF4-FFF2-40B4-BE49-F238E27FC236}">
                <a16:creationId xmlns:a16="http://schemas.microsoft.com/office/drawing/2014/main" id="{A42EC8F8-EF6C-4BB4-48F9-DB7D80FEEB1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CCF8A4F-B6DB-D66D-6C21-26F52FF8E6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155558-34CA-421C-95A1-5113DE787655}" type="slidenum">
              <a:rPr lang="en-IN" smtClean="0"/>
              <a:t>‹#›</a:t>
            </a:fld>
            <a:endParaRPr lang="en-IN"/>
          </a:p>
        </p:txBody>
      </p:sp>
      <p:sp>
        <p:nvSpPr>
          <p:cNvPr id="7" name="MSIPCMContentMarking" descr="{&quot;HashCode&quot;:401048902,&quot;Placement&quot;:&quot;Footer&quot;,&quot;Top&quot;:525.346863,&quot;Left&quot;:462.094818,&quot;SlideWidth&quot;:960,&quot;SlideHeight&quot;:540}">
            <a:extLst>
              <a:ext uri="{FF2B5EF4-FFF2-40B4-BE49-F238E27FC236}">
                <a16:creationId xmlns:a16="http://schemas.microsoft.com/office/drawing/2014/main" id="{3A145A5A-3C9D-46EA-C83F-CB29D5BA949E}"/>
              </a:ext>
            </a:extLst>
          </p:cNvPr>
          <p:cNvSpPr txBox="1"/>
          <p:nvPr userDrawn="1"/>
        </p:nvSpPr>
        <p:spPr>
          <a:xfrm>
            <a:off x="5868604" y="6671905"/>
            <a:ext cx="454791" cy="186095"/>
          </a:xfrm>
          <a:prstGeom prst="rect">
            <a:avLst/>
          </a:prstGeom>
          <a:noFill/>
        </p:spPr>
        <p:txBody>
          <a:bodyPr vert="horz" wrap="square" lIns="0" tIns="0" rIns="0" bIns="0" rtlCol="0" anchor="ctr" anchorCtr="1">
            <a:spAutoFit/>
          </a:bodyPr>
          <a:lstStyle/>
          <a:p>
            <a:pPr algn="ctr">
              <a:spcBef>
                <a:spcPts val="0"/>
              </a:spcBef>
              <a:spcAft>
                <a:spcPts val="0"/>
              </a:spcAft>
            </a:pPr>
            <a:r>
              <a:rPr lang="en-IN" sz="600">
                <a:solidFill>
                  <a:srgbClr val="626469"/>
                </a:solidFill>
                <a:latin typeface="Arial" panose="020B0604020202020204" pitchFamily="34" charset="0"/>
              </a:rPr>
              <a:t>Internal</a:t>
            </a:r>
          </a:p>
        </p:txBody>
      </p:sp>
    </p:spTree>
    <p:extLst>
      <p:ext uri="{BB962C8B-B14F-4D97-AF65-F5344CB8AC3E}">
        <p14:creationId xmlns:p14="http://schemas.microsoft.com/office/powerpoint/2010/main" val="14433587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74" r:id="rId13"/>
    <p:sldLayoutId id="2147483675"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4077" y="306917"/>
            <a:ext cx="11511375" cy="492443"/>
          </a:xfrm>
          <a:prstGeom prst="rect">
            <a:avLst/>
          </a:prstGeom>
        </p:spPr>
        <p:txBody>
          <a:bodyPr vert="horz" lIns="0" tIns="0" rIns="0" bIns="0" rtlCol="0" anchor="t">
            <a:noAutofit/>
          </a:bodyPr>
          <a:lstStyle/>
          <a:p>
            <a:r>
              <a:rPr lang="en-US"/>
              <a:t>Click To Edit Title</a:t>
            </a:r>
          </a:p>
        </p:txBody>
      </p:sp>
      <p:sp>
        <p:nvSpPr>
          <p:cNvPr id="11" name="Text Placeholder 2"/>
          <p:cNvSpPr>
            <a:spLocks noGrp="1"/>
          </p:cNvSpPr>
          <p:nvPr>
            <p:ph type="body" idx="1"/>
          </p:nvPr>
        </p:nvSpPr>
        <p:spPr>
          <a:xfrm>
            <a:off x="336553" y="1604435"/>
            <a:ext cx="11518900" cy="4235449"/>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Slide Number Placeholder 5"/>
          <p:cNvSpPr>
            <a:spLocks noGrp="1"/>
          </p:cNvSpPr>
          <p:nvPr>
            <p:ph type="sldNum" sz="quarter" idx="4"/>
          </p:nvPr>
        </p:nvSpPr>
        <p:spPr>
          <a:xfrm>
            <a:off x="2330521" y="6476207"/>
            <a:ext cx="700920" cy="123111"/>
          </a:xfrm>
          <a:prstGeom prst="rect">
            <a:avLst/>
          </a:prstGeom>
        </p:spPr>
        <p:txBody>
          <a:bodyPr vert="horz" lIns="0" tIns="0" rIns="0" bIns="0" rtlCol="0" anchor="ctr">
            <a:spAutoFit/>
          </a:bodyPr>
          <a:lstStyle>
            <a:lvl1pPr algn="l">
              <a:defRPr sz="800">
                <a:solidFill>
                  <a:schemeClr val="bg2"/>
                </a:solidFill>
                <a:latin typeface="Arial"/>
                <a:cs typeface="Arial"/>
              </a:defRPr>
            </a:lvl1pPr>
          </a:lstStyle>
          <a:p>
            <a:r>
              <a:rPr lang="en-US"/>
              <a:t>Page </a:t>
            </a:r>
            <a:fld id="{5A9C12DC-491F-9444-86A2-13AC5C62A2FC}" type="slidenum">
              <a:rPr lang="en-US" smtClean="0"/>
              <a:pPr/>
              <a:t>‹#›</a:t>
            </a:fld>
            <a:endParaRPr lang="en-US"/>
          </a:p>
        </p:txBody>
      </p:sp>
      <p:sp>
        <p:nvSpPr>
          <p:cNvPr id="13" name="Footer Placeholder 4"/>
          <p:cNvSpPr>
            <a:spLocks noGrp="1"/>
          </p:cNvSpPr>
          <p:nvPr>
            <p:ph type="ftr" sz="quarter" idx="3"/>
          </p:nvPr>
        </p:nvSpPr>
        <p:spPr>
          <a:xfrm>
            <a:off x="336551" y="6476207"/>
            <a:ext cx="2013023" cy="123111"/>
          </a:xfrm>
          <a:prstGeom prst="rect">
            <a:avLst/>
          </a:prstGeom>
        </p:spPr>
        <p:txBody>
          <a:bodyPr vert="horz" wrap="square" lIns="0" tIns="0" rIns="0" bIns="0" rtlCol="0" anchor="ctr">
            <a:spAutoFit/>
          </a:bodyPr>
          <a:lstStyle>
            <a:lvl1pPr algn="l">
              <a:defRPr sz="800">
                <a:solidFill>
                  <a:schemeClr val="accent1"/>
                </a:solidFill>
                <a:latin typeface="Arial"/>
                <a:cs typeface="Arial"/>
              </a:defRPr>
            </a:lvl1pPr>
          </a:lstStyle>
          <a:p>
            <a:r>
              <a:rPr lang="en-US"/>
              <a:t>Confidential Property of Schneider Electric |</a:t>
            </a:r>
          </a:p>
        </p:txBody>
      </p:sp>
      <p:pic>
        <p:nvPicPr>
          <p:cNvPr id="7" name="Picture 6" descr="schneider_LIO_Life-Green_RGB.png"/>
          <p:cNvPicPr>
            <a:picLocks noChangeAspect="1"/>
          </p:cNvPicPr>
          <p:nvPr/>
        </p:nvPicPr>
        <p:blipFill>
          <a:blip r:embed="rId12" cstate="print"/>
          <a:stretch>
            <a:fillRect/>
          </a:stretch>
        </p:blipFill>
        <p:spPr>
          <a:xfrm>
            <a:off x="9422712" y="5993330"/>
            <a:ext cx="2722397" cy="750604"/>
          </a:xfrm>
          <a:prstGeom prst="rect">
            <a:avLst/>
          </a:prstGeom>
        </p:spPr>
      </p:pic>
      <p:sp>
        <p:nvSpPr>
          <p:cNvPr id="4" name="TextBox 3">
            <a:extLst>
              <a:ext uri="{FF2B5EF4-FFF2-40B4-BE49-F238E27FC236}">
                <a16:creationId xmlns:a16="http://schemas.microsoft.com/office/drawing/2014/main" id="{08355A0F-10E6-465C-8BD7-700E3BAEE013}"/>
              </a:ext>
            </a:extLst>
          </p:cNvPr>
          <p:cNvSpPr txBox="1"/>
          <p:nvPr>
            <p:extLst>
              <p:ext uri="{1162E1C5-73C7-4A58-AE30-91384D911F3F}">
                <p184:classification xmlns:p184="http://schemas.microsoft.com/office/powerpoint/2018/4/main" val="ftr"/>
              </p:ext>
            </p:extLst>
          </p:nvPr>
        </p:nvSpPr>
        <p:spPr>
          <a:xfrm>
            <a:off x="5973763" y="6766560"/>
            <a:ext cx="261937" cy="91440"/>
          </a:xfrm>
          <a:prstGeom prst="rect">
            <a:avLst/>
          </a:prstGeom>
        </p:spPr>
        <p:txBody>
          <a:bodyPr horzOverflow="overflow" lIns="0" tIns="0" rIns="0" bIns="0">
            <a:spAutoFit/>
          </a:bodyPr>
          <a:lstStyle/>
          <a:p>
            <a:pPr algn="l"/>
            <a:r>
              <a:rPr lang="en-US" sz="600">
                <a:solidFill>
                  <a:srgbClr val="626469"/>
                </a:solidFill>
                <a:latin typeface="Calibri" panose="020F0502020204030204" pitchFamily="34" charset="0"/>
                <a:cs typeface="Calibri" panose="020F0502020204030204" pitchFamily="34" charset="0"/>
              </a:rPr>
              <a:t>General</a:t>
            </a:r>
          </a:p>
        </p:txBody>
      </p:sp>
      <p:pic>
        <p:nvPicPr>
          <p:cNvPr id="16" name="Picture 15">
            <a:extLst>
              <a:ext uri="{FF2B5EF4-FFF2-40B4-BE49-F238E27FC236}">
                <a16:creationId xmlns:a16="http://schemas.microsoft.com/office/drawing/2014/main" id="{4FC76ADC-826A-E4B6-2C6C-6F69DCC8C958}"/>
              </a:ext>
            </a:extLst>
          </p:cNvPr>
          <p:cNvPicPr>
            <a:picLocks noChangeAspect="1"/>
          </p:cNvPicPr>
          <p:nvPr userDrawn="1"/>
        </p:nvPicPr>
        <p:blipFill>
          <a:blip r:embed="rId13"/>
          <a:stretch>
            <a:fillRect/>
          </a:stretch>
        </p:blipFill>
        <p:spPr>
          <a:xfrm>
            <a:off x="9903507" y="4612"/>
            <a:ext cx="2280102" cy="542591"/>
          </a:xfrm>
          <a:prstGeom prst="rect">
            <a:avLst/>
          </a:prstGeom>
        </p:spPr>
      </p:pic>
    </p:spTree>
    <p:extLst>
      <p:ext uri="{BB962C8B-B14F-4D97-AF65-F5344CB8AC3E}">
        <p14:creationId xmlns:p14="http://schemas.microsoft.com/office/powerpoint/2010/main" val="3932970904"/>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Lst>
  <p:hf hdr="0" dt="0"/>
  <p:txStyles>
    <p:titleStyle>
      <a:lvl1pPr algn="l" defTabSz="609563" rtl="0" eaLnBrk="1" latinLnBrk="0" hangingPunct="1">
        <a:spcBef>
          <a:spcPct val="0"/>
        </a:spcBef>
        <a:buNone/>
        <a:defRPr sz="3200" kern="1200">
          <a:solidFill>
            <a:srgbClr val="36C746"/>
          </a:solidFill>
          <a:latin typeface="Arial"/>
          <a:ea typeface="+mj-ea"/>
          <a:cs typeface="Arial"/>
        </a:defRPr>
      </a:lvl1pPr>
    </p:titleStyle>
    <p:bodyStyle>
      <a:lvl1pPr marL="230704" indent="-209539" algn="l" defTabSz="609563" rtl="0" eaLnBrk="1" latinLnBrk="0" hangingPunct="1">
        <a:spcBef>
          <a:spcPts val="667"/>
        </a:spcBef>
        <a:spcAft>
          <a:spcPts val="667"/>
        </a:spcAft>
        <a:buClr>
          <a:schemeClr val="bg2"/>
        </a:buClr>
        <a:buFont typeface="Arial" panose="020B0604020202020204" pitchFamily="34" charset="0"/>
        <a:buNone/>
        <a:defRPr sz="2000" kern="1200">
          <a:solidFill>
            <a:schemeClr val="accent1"/>
          </a:solidFill>
          <a:latin typeface="Arial"/>
          <a:ea typeface="+mn-ea"/>
          <a:cs typeface="Arial"/>
        </a:defRPr>
      </a:lvl1pPr>
      <a:lvl2pPr marL="482572" indent="-243403" algn="l" defTabSz="596864" rtl="0" eaLnBrk="1" latinLnBrk="0" hangingPunct="1">
        <a:spcBef>
          <a:spcPts val="667"/>
        </a:spcBef>
        <a:spcAft>
          <a:spcPts val="667"/>
        </a:spcAft>
        <a:buClr>
          <a:srgbClr val="36C746"/>
        </a:buClr>
        <a:buFont typeface="Arial" pitchFamily="34" charset="0"/>
        <a:buChar char="•"/>
        <a:defRPr sz="1867" kern="1200">
          <a:solidFill>
            <a:schemeClr val="accent1"/>
          </a:solidFill>
          <a:latin typeface="Arial"/>
          <a:ea typeface="+mn-ea"/>
          <a:cs typeface="Arial"/>
        </a:defRPr>
      </a:lvl2pPr>
      <a:lvl3pPr marL="717507" indent="-239170" algn="l" defTabSz="609563" rtl="0" eaLnBrk="1" latinLnBrk="0" hangingPunct="1">
        <a:spcBef>
          <a:spcPts val="667"/>
        </a:spcBef>
        <a:spcAft>
          <a:spcPts val="667"/>
        </a:spcAft>
        <a:buClr>
          <a:srgbClr val="36C746"/>
        </a:buClr>
        <a:buFont typeface="Arial" pitchFamily="34" charset="0"/>
        <a:buChar char="‒"/>
        <a:defRPr sz="1733" kern="1200">
          <a:solidFill>
            <a:schemeClr val="accent1"/>
          </a:solidFill>
          <a:latin typeface="Arial"/>
          <a:ea typeface="+mn-ea"/>
          <a:cs typeface="Arial"/>
        </a:defRPr>
      </a:lvl3pPr>
      <a:lvl4pPr marL="958793" indent="-239170" algn="l" defTabSz="609563" rtl="0" eaLnBrk="1" latinLnBrk="0" hangingPunct="1">
        <a:spcBef>
          <a:spcPts val="667"/>
        </a:spcBef>
        <a:spcAft>
          <a:spcPts val="667"/>
        </a:spcAft>
        <a:buClr>
          <a:srgbClr val="36C746"/>
        </a:buClr>
        <a:buFont typeface="Arial" panose="020B0604020202020204" pitchFamily="34" charset="0"/>
        <a:buChar char="–"/>
        <a:defRPr sz="1600" kern="1200">
          <a:solidFill>
            <a:schemeClr val="accent1"/>
          </a:solidFill>
          <a:latin typeface="Arial"/>
          <a:ea typeface="+mn-ea"/>
          <a:cs typeface="Arial"/>
        </a:defRPr>
      </a:lvl4pPr>
      <a:lvl5pPr marL="1195845" indent="-247635" algn="l" defTabSz="609563" rtl="0" eaLnBrk="1" latinLnBrk="0" hangingPunct="1">
        <a:spcBef>
          <a:spcPts val="667"/>
        </a:spcBef>
        <a:spcAft>
          <a:spcPts val="667"/>
        </a:spcAft>
        <a:buClr>
          <a:srgbClr val="36C746"/>
        </a:buClr>
        <a:buFont typeface="Arial" panose="020B0604020202020204" pitchFamily="34" charset="0"/>
        <a:buChar char="–"/>
        <a:defRPr sz="1333" kern="1200">
          <a:solidFill>
            <a:schemeClr val="accent1"/>
          </a:solidFill>
          <a:latin typeface="Arial"/>
          <a:ea typeface="+mn-ea"/>
          <a:cs typeface="Arial"/>
        </a:defRPr>
      </a:lvl5pPr>
      <a:lvl6pPr marL="1194743" indent="-243826" algn="l" defTabSz="609563" rtl="0" eaLnBrk="1" latinLnBrk="0" hangingPunct="1">
        <a:spcBef>
          <a:spcPts val="667"/>
        </a:spcBef>
        <a:spcAft>
          <a:spcPts val="667"/>
        </a:spcAft>
        <a:buClr>
          <a:schemeClr val="bg2"/>
        </a:buClr>
        <a:buFont typeface="Arial" panose="020B0604020202020204" pitchFamily="34" charset="0"/>
        <a:buChar char="–"/>
        <a:defRPr sz="1333" kern="1200" baseline="0">
          <a:solidFill>
            <a:schemeClr val="accent1"/>
          </a:solidFill>
          <a:latin typeface="Arial" panose="020B0604020202020204" pitchFamily="34" charset="0"/>
          <a:ea typeface="+mn-ea"/>
          <a:cs typeface="Arial" panose="020B0604020202020204" pitchFamily="34" charset="0"/>
        </a:defRPr>
      </a:lvl6pPr>
      <a:lvl7pPr marL="1194743" indent="-243826" algn="l" defTabSz="609563" rtl="0" eaLnBrk="1" latinLnBrk="0" hangingPunct="1">
        <a:spcBef>
          <a:spcPts val="667"/>
        </a:spcBef>
        <a:spcAft>
          <a:spcPts val="667"/>
        </a:spcAft>
        <a:buClr>
          <a:schemeClr val="bg2"/>
        </a:buClr>
        <a:buFont typeface="Arial" panose="020B0604020202020204" pitchFamily="34" charset="0"/>
        <a:buChar char="–"/>
        <a:defRPr sz="1200" kern="1200">
          <a:solidFill>
            <a:schemeClr val="accent1"/>
          </a:solidFill>
          <a:latin typeface="Arial" panose="020B0604020202020204" pitchFamily="34" charset="0"/>
          <a:ea typeface="+mn-ea"/>
          <a:cs typeface="Arial" panose="020B0604020202020204" pitchFamily="34" charset="0"/>
        </a:defRPr>
      </a:lvl7pPr>
      <a:lvl8pPr marL="4571724" indent="-304782" algn="l" defTabSz="609563" rtl="0" eaLnBrk="1" latinLnBrk="0" hangingPunct="1">
        <a:spcBef>
          <a:spcPct val="20000"/>
        </a:spcBef>
        <a:buFont typeface="Arial"/>
        <a:buChar char="•"/>
        <a:defRPr sz="2667" kern="1200">
          <a:solidFill>
            <a:schemeClr val="tx1"/>
          </a:solidFill>
          <a:latin typeface="+mn-lt"/>
          <a:ea typeface="+mn-ea"/>
          <a:cs typeface="+mn-cs"/>
        </a:defRPr>
      </a:lvl8pPr>
      <a:lvl9pPr marL="5181288" indent="-304782" algn="l" defTabSz="609563"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63" rtl="0" eaLnBrk="1" latinLnBrk="0" hangingPunct="1">
        <a:defRPr sz="2400" kern="1200">
          <a:solidFill>
            <a:schemeClr val="tx1"/>
          </a:solidFill>
          <a:latin typeface="+mn-lt"/>
          <a:ea typeface="+mn-ea"/>
          <a:cs typeface="+mn-cs"/>
        </a:defRPr>
      </a:lvl1pPr>
      <a:lvl2pPr marL="609563" algn="l" defTabSz="609563" rtl="0" eaLnBrk="1" latinLnBrk="0" hangingPunct="1">
        <a:defRPr sz="2400" kern="1200">
          <a:solidFill>
            <a:schemeClr val="tx1"/>
          </a:solidFill>
          <a:latin typeface="+mn-lt"/>
          <a:ea typeface="+mn-ea"/>
          <a:cs typeface="+mn-cs"/>
        </a:defRPr>
      </a:lvl2pPr>
      <a:lvl3pPr marL="1219126" algn="l" defTabSz="609563" rtl="0" eaLnBrk="1" latinLnBrk="0" hangingPunct="1">
        <a:defRPr sz="2400" kern="1200">
          <a:solidFill>
            <a:schemeClr val="tx1"/>
          </a:solidFill>
          <a:latin typeface="+mn-lt"/>
          <a:ea typeface="+mn-ea"/>
          <a:cs typeface="+mn-cs"/>
        </a:defRPr>
      </a:lvl3pPr>
      <a:lvl4pPr marL="1828690" algn="l" defTabSz="609563" rtl="0" eaLnBrk="1" latinLnBrk="0" hangingPunct="1">
        <a:defRPr sz="2400" kern="1200">
          <a:solidFill>
            <a:schemeClr val="tx1"/>
          </a:solidFill>
          <a:latin typeface="+mn-lt"/>
          <a:ea typeface="+mn-ea"/>
          <a:cs typeface="+mn-cs"/>
        </a:defRPr>
      </a:lvl4pPr>
      <a:lvl5pPr marL="2438254" algn="l" defTabSz="609563" rtl="0" eaLnBrk="1" latinLnBrk="0" hangingPunct="1">
        <a:defRPr sz="2400" kern="1200">
          <a:solidFill>
            <a:schemeClr val="tx1"/>
          </a:solidFill>
          <a:latin typeface="+mn-lt"/>
          <a:ea typeface="+mn-ea"/>
          <a:cs typeface="+mn-cs"/>
        </a:defRPr>
      </a:lvl5pPr>
      <a:lvl6pPr marL="3047816" algn="l" defTabSz="609563" rtl="0" eaLnBrk="1" latinLnBrk="0" hangingPunct="1">
        <a:defRPr sz="2400" kern="1200">
          <a:solidFill>
            <a:schemeClr val="tx1"/>
          </a:solidFill>
          <a:latin typeface="+mn-lt"/>
          <a:ea typeface="+mn-ea"/>
          <a:cs typeface="+mn-cs"/>
        </a:defRPr>
      </a:lvl6pPr>
      <a:lvl7pPr marL="3657379" algn="l" defTabSz="609563" rtl="0" eaLnBrk="1" latinLnBrk="0" hangingPunct="1">
        <a:defRPr sz="2400" kern="1200">
          <a:solidFill>
            <a:schemeClr val="tx1"/>
          </a:solidFill>
          <a:latin typeface="+mn-lt"/>
          <a:ea typeface="+mn-ea"/>
          <a:cs typeface="+mn-cs"/>
        </a:defRPr>
      </a:lvl7pPr>
      <a:lvl8pPr marL="4266943" algn="l" defTabSz="609563" rtl="0" eaLnBrk="1" latinLnBrk="0" hangingPunct="1">
        <a:defRPr sz="2400" kern="1200">
          <a:solidFill>
            <a:schemeClr val="tx1"/>
          </a:solidFill>
          <a:latin typeface="+mn-lt"/>
          <a:ea typeface="+mn-ea"/>
          <a:cs typeface="+mn-cs"/>
        </a:defRPr>
      </a:lvl8pPr>
      <a:lvl9pPr marL="4876506" algn="l" defTabSz="609563"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descr="A picture containing text, laser&#10;&#10;Description automatically generated">
            <a:extLst>
              <a:ext uri="{FF2B5EF4-FFF2-40B4-BE49-F238E27FC236}">
                <a16:creationId xmlns:a16="http://schemas.microsoft.com/office/drawing/2014/main" id="{1F805947-2809-458A-A62B-BC9D236504C3}"/>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t="4898" b="4898"/>
          <a:stretch>
            <a:fillRect/>
          </a:stretch>
        </p:blipFill>
        <p:spPr>
          <a:xfrm>
            <a:off x="0" y="-1"/>
            <a:ext cx="12192000" cy="3539807"/>
          </a:xfrm>
        </p:spPr>
      </p:pic>
      <p:sp>
        <p:nvSpPr>
          <p:cNvPr id="7" name="Title 6">
            <a:extLst>
              <a:ext uri="{FF2B5EF4-FFF2-40B4-BE49-F238E27FC236}">
                <a16:creationId xmlns:a16="http://schemas.microsoft.com/office/drawing/2014/main" id="{A03D5460-A555-4D54-8A91-F9384439CB30}"/>
              </a:ext>
            </a:extLst>
          </p:cNvPr>
          <p:cNvSpPr>
            <a:spLocks noGrp="1"/>
          </p:cNvSpPr>
          <p:nvPr>
            <p:ph type="ctrTitle"/>
          </p:nvPr>
        </p:nvSpPr>
        <p:spPr>
          <a:xfrm>
            <a:off x="223516" y="2275198"/>
            <a:ext cx="11565163" cy="738664"/>
          </a:xfrm>
        </p:spPr>
        <p:txBody>
          <a:bodyPr/>
          <a:lstStyle/>
          <a:p>
            <a:pPr algn="ctr"/>
            <a:r>
              <a:rPr lang="en-US" dirty="0"/>
              <a:t>University Hackathon </a:t>
            </a:r>
          </a:p>
        </p:txBody>
      </p:sp>
      <p:sp>
        <p:nvSpPr>
          <p:cNvPr id="2" name="Slide Number Placeholder 1">
            <a:extLst>
              <a:ext uri="{FF2B5EF4-FFF2-40B4-BE49-F238E27FC236}">
                <a16:creationId xmlns:a16="http://schemas.microsoft.com/office/drawing/2014/main" id="{09988E0E-8790-4A95-86E1-214B6055A162}"/>
              </a:ext>
            </a:extLst>
          </p:cNvPr>
          <p:cNvSpPr>
            <a:spLocks noGrp="1"/>
          </p:cNvSpPr>
          <p:nvPr>
            <p:ph type="sldNum" sz="quarter" idx="4294967295"/>
          </p:nvPr>
        </p:nvSpPr>
        <p:spPr>
          <a:xfrm>
            <a:off x="0" y="6477000"/>
            <a:ext cx="701675" cy="122238"/>
          </a:xfrm>
        </p:spPr>
        <p:txBody>
          <a:bodyPr/>
          <a:lstStyle/>
          <a:p>
            <a:r>
              <a:rPr lang="en-US"/>
              <a:t>Page </a:t>
            </a:r>
            <a:fld id="{5A9C12DC-491F-9444-86A2-13AC5C62A2FC}" type="slidenum">
              <a:rPr lang="en-US" smtClean="0"/>
              <a:pPr/>
              <a:t>1</a:t>
            </a:fld>
            <a:endParaRPr lang="en-US"/>
          </a:p>
        </p:txBody>
      </p:sp>
      <p:sp>
        <p:nvSpPr>
          <p:cNvPr id="19" name="TextBox 18">
            <a:extLst>
              <a:ext uri="{FF2B5EF4-FFF2-40B4-BE49-F238E27FC236}">
                <a16:creationId xmlns:a16="http://schemas.microsoft.com/office/drawing/2014/main" id="{EE5A885F-0D18-014B-EA44-E8C5CF705607}"/>
              </a:ext>
            </a:extLst>
          </p:cNvPr>
          <p:cNvSpPr txBox="1"/>
          <p:nvPr/>
        </p:nvSpPr>
        <p:spPr>
          <a:xfrm>
            <a:off x="4058334" y="3791237"/>
            <a:ext cx="6094070" cy="461665"/>
          </a:xfrm>
          <a:prstGeom prst="rect">
            <a:avLst/>
          </a:prstGeom>
          <a:noFill/>
        </p:spPr>
        <p:txBody>
          <a:bodyPr wrap="square">
            <a:spAutoFit/>
          </a:bodyPr>
          <a:lstStyle/>
          <a:p>
            <a:r>
              <a:rPr lang="en-US" sz="2400" b="1" dirty="0">
                <a:highlight>
                  <a:srgbClr val="FFFF00"/>
                </a:highlight>
                <a:latin typeface="Cambria" panose="02040503050406030204" pitchFamily="18" charset="0"/>
                <a:ea typeface="Cambria" panose="02040503050406030204" pitchFamily="18" charset="0"/>
              </a:rPr>
              <a:t>Team Name : &lt;Your Team Name&gt;</a:t>
            </a:r>
          </a:p>
        </p:txBody>
      </p:sp>
      <p:grpSp>
        <p:nvGrpSpPr>
          <p:cNvPr id="22" name="Group 21">
            <a:extLst>
              <a:ext uri="{FF2B5EF4-FFF2-40B4-BE49-F238E27FC236}">
                <a16:creationId xmlns:a16="http://schemas.microsoft.com/office/drawing/2014/main" id="{7417CAB3-6003-621D-0306-A470D2BDB07C}"/>
              </a:ext>
            </a:extLst>
          </p:cNvPr>
          <p:cNvGrpSpPr/>
          <p:nvPr/>
        </p:nvGrpSpPr>
        <p:grpSpPr>
          <a:xfrm>
            <a:off x="350836" y="4611806"/>
            <a:ext cx="2623857" cy="746729"/>
            <a:chOff x="165445" y="1068370"/>
            <a:chExt cx="2623857" cy="746729"/>
          </a:xfrm>
        </p:grpSpPr>
        <p:sp>
          <p:nvSpPr>
            <p:cNvPr id="23" name="Rectangle 22">
              <a:extLst>
                <a:ext uri="{FF2B5EF4-FFF2-40B4-BE49-F238E27FC236}">
                  <a16:creationId xmlns:a16="http://schemas.microsoft.com/office/drawing/2014/main" id="{48C2B75B-1471-F1FF-E114-EF62BCFF8976}"/>
                </a:ext>
              </a:extLst>
            </p:cNvPr>
            <p:cNvSpPr/>
            <p:nvPr/>
          </p:nvSpPr>
          <p:spPr>
            <a:xfrm>
              <a:off x="165446" y="1068370"/>
              <a:ext cx="2389534" cy="746729"/>
            </a:xfrm>
            <a:prstGeom prst="rect">
              <a:avLst/>
            </a:prstGeom>
          </p:spPr>
          <p:style>
            <a:lnRef idx="1">
              <a:schemeClr val="accent1">
                <a:hueOff val="0"/>
                <a:satOff val="0"/>
                <a:lumOff val="0"/>
                <a:alphaOff val="0"/>
              </a:schemeClr>
            </a:lnRef>
            <a:fillRef idx="1">
              <a:schemeClr val="lt1">
                <a:alpha val="40000"/>
                <a:hueOff val="0"/>
                <a:satOff val="0"/>
                <a:lumOff val="0"/>
                <a:alphaOff val="0"/>
              </a:schemeClr>
            </a:fillRef>
            <a:effectRef idx="0">
              <a:schemeClr val="lt1">
                <a:alpha val="40000"/>
                <a:hueOff val="0"/>
                <a:satOff val="0"/>
                <a:lumOff val="0"/>
                <a:alphaOff val="0"/>
              </a:schemeClr>
            </a:effectRef>
            <a:fontRef idx="minor">
              <a:schemeClr val="dk1">
                <a:hueOff val="0"/>
                <a:satOff val="0"/>
                <a:lumOff val="0"/>
                <a:alphaOff val="0"/>
              </a:schemeClr>
            </a:fontRef>
          </p:style>
        </p:sp>
        <p:sp>
          <p:nvSpPr>
            <p:cNvPr id="24" name="TextBox 23">
              <a:extLst>
                <a:ext uri="{FF2B5EF4-FFF2-40B4-BE49-F238E27FC236}">
                  <a16:creationId xmlns:a16="http://schemas.microsoft.com/office/drawing/2014/main" id="{807447E9-F0A4-EAC6-34B8-F1361E1FF22A}"/>
                </a:ext>
              </a:extLst>
            </p:cNvPr>
            <p:cNvSpPr txBox="1"/>
            <p:nvPr/>
          </p:nvSpPr>
          <p:spPr>
            <a:xfrm>
              <a:off x="165445" y="1068370"/>
              <a:ext cx="2623857" cy="74672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505785" tIns="80010" rIns="80010" bIns="80010" numCol="1" spcCol="1270" anchor="ctr" anchorCtr="0">
              <a:noAutofit/>
            </a:bodyPr>
            <a:lstStyle/>
            <a:p>
              <a:pPr marL="0" lvl="0" indent="0" algn="l" defTabSz="933450">
                <a:lnSpc>
                  <a:spcPct val="90000"/>
                </a:lnSpc>
                <a:spcBef>
                  <a:spcPct val="0"/>
                </a:spcBef>
                <a:spcAft>
                  <a:spcPct val="35000"/>
                </a:spcAft>
                <a:buNone/>
              </a:pPr>
              <a:r>
                <a:rPr lang="en-IN" sz="2100" b="1" kern="1200" dirty="0">
                  <a:highlight>
                    <a:srgbClr val="FFFF00"/>
                  </a:highlight>
                </a:rPr>
                <a:t>Team Member-1 Name</a:t>
              </a:r>
            </a:p>
          </p:txBody>
        </p:sp>
      </p:grpSp>
      <p:grpSp>
        <p:nvGrpSpPr>
          <p:cNvPr id="25" name="Group 24">
            <a:extLst>
              <a:ext uri="{FF2B5EF4-FFF2-40B4-BE49-F238E27FC236}">
                <a16:creationId xmlns:a16="http://schemas.microsoft.com/office/drawing/2014/main" id="{C2896C9B-C73B-0535-FE0D-71FE3EC1C40E}"/>
              </a:ext>
            </a:extLst>
          </p:cNvPr>
          <p:cNvGrpSpPr/>
          <p:nvPr/>
        </p:nvGrpSpPr>
        <p:grpSpPr>
          <a:xfrm>
            <a:off x="8957637" y="4635037"/>
            <a:ext cx="2695688" cy="746729"/>
            <a:chOff x="165446" y="1068370"/>
            <a:chExt cx="2695688" cy="746729"/>
          </a:xfrm>
        </p:grpSpPr>
        <p:sp>
          <p:nvSpPr>
            <p:cNvPr id="26" name="Rectangle 25">
              <a:extLst>
                <a:ext uri="{FF2B5EF4-FFF2-40B4-BE49-F238E27FC236}">
                  <a16:creationId xmlns:a16="http://schemas.microsoft.com/office/drawing/2014/main" id="{18A70CC1-1E84-592B-D109-5B7542B2F192}"/>
                </a:ext>
              </a:extLst>
            </p:cNvPr>
            <p:cNvSpPr/>
            <p:nvPr/>
          </p:nvSpPr>
          <p:spPr>
            <a:xfrm>
              <a:off x="165446" y="1068370"/>
              <a:ext cx="2389534" cy="746729"/>
            </a:xfrm>
            <a:prstGeom prst="rect">
              <a:avLst/>
            </a:prstGeom>
          </p:spPr>
          <p:style>
            <a:lnRef idx="1">
              <a:schemeClr val="accent1">
                <a:hueOff val="0"/>
                <a:satOff val="0"/>
                <a:lumOff val="0"/>
                <a:alphaOff val="0"/>
              </a:schemeClr>
            </a:lnRef>
            <a:fillRef idx="1">
              <a:schemeClr val="lt1">
                <a:alpha val="40000"/>
                <a:hueOff val="0"/>
                <a:satOff val="0"/>
                <a:lumOff val="0"/>
                <a:alphaOff val="0"/>
              </a:schemeClr>
            </a:fillRef>
            <a:effectRef idx="0">
              <a:schemeClr val="lt1">
                <a:alpha val="40000"/>
                <a:hueOff val="0"/>
                <a:satOff val="0"/>
                <a:lumOff val="0"/>
                <a:alphaOff val="0"/>
              </a:schemeClr>
            </a:effectRef>
            <a:fontRef idx="minor">
              <a:schemeClr val="dk1">
                <a:hueOff val="0"/>
                <a:satOff val="0"/>
                <a:lumOff val="0"/>
                <a:alphaOff val="0"/>
              </a:schemeClr>
            </a:fontRef>
          </p:style>
        </p:sp>
        <p:sp>
          <p:nvSpPr>
            <p:cNvPr id="27" name="TextBox 26">
              <a:extLst>
                <a:ext uri="{FF2B5EF4-FFF2-40B4-BE49-F238E27FC236}">
                  <a16:creationId xmlns:a16="http://schemas.microsoft.com/office/drawing/2014/main" id="{85E379D8-E333-8A82-A872-9BC4934B3129}"/>
                </a:ext>
              </a:extLst>
            </p:cNvPr>
            <p:cNvSpPr txBox="1"/>
            <p:nvPr/>
          </p:nvSpPr>
          <p:spPr>
            <a:xfrm>
              <a:off x="165446" y="1068370"/>
              <a:ext cx="2695688" cy="74672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505785" tIns="80010" rIns="80010" bIns="80010" numCol="1" spcCol="1270" anchor="ctr" anchorCtr="0">
              <a:noAutofit/>
            </a:bodyPr>
            <a:lstStyle/>
            <a:p>
              <a:pPr marL="0" lvl="0" indent="0" algn="l" defTabSz="933450">
                <a:lnSpc>
                  <a:spcPct val="90000"/>
                </a:lnSpc>
                <a:spcBef>
                  <a:spcPct val="0"/>
                </a:spcBef>
                <a:spcAft>
                  <a:spcPct val="35000"/>
                </a:spcAft>
                <a:buNone/>
              </a:pPr>
              <a:r>
                <a:rPr lang="en-IN" sz="2100" b="1" kern="1200" dirty="0">
                  <a:highlight>
                    <a:srgbClr val="FFFF00"/>
                  </a:highlight>
                </a:rPr>
                <a:t>Team Member-3 Name</a:t>
              </a:r>
            </a:p>
          </p:txBody>
        </p:sp>
      </p:grpSp>
      <p:grpSp>
        <p:nvGrpSpPr>
          <p:cNvPr id="28" name="Group 27">
            <a:extLst>
              <a:ext uri="{FF2B5EF4-FFF2-40B4-BE49-F238E27FC236}">
                <a16:creationId xmlns:a16="http://schemas.microsoft.com/office/drawing/2014/main" id="{00D62EB1-F3D4-100E-28A9-193FB669E3BC}"/>
              </a:ext>
            </a:extLst>
          </p:cNvPr>
          <p:cNvGrpSpPr/>
          <p:nvPr/>
        </p:nvGrpSpPr>
        <p:grpSpPr>
          <a:xfrm>
            <a:off x="4480616" y="4611805"/>
            <a:ext cx="2695688" cy="746729"/>
            <a:chOff x="165446" y="1068370"/>
            <a:chExt cx="2695688" cy="746729"/>
          </a:xfrm>
        </p:grpSpPr>
        <p:sp>
          <p:nvSpPr>
            <p:cNvPr id="29" name="Rectangle 28">
              <a:extLst>
                <a:ext uri="{FF2B5EF4-FFF2-40B4-BE49-F238E27FC236}">
                  <a16:creationId xmlns:a16="http://schemas.microsoft.com/office/drawing/2014/main" id="{6FBA9C08-E8B9-E705-C36A-4C4D48C604E3}"/>
                </a:ext>
              </a:extLst>
            </p:cNvPr>
            <p:cNvSpPr/>
            <p:nvPr/>
          </p:nvSpPr>
          <p:spPr>
            <a:xfrm>
              <a:off x="165446" y="1068370"/>
              <a:ext cx="2389534" cy="746729"/>
            </a:xfrm>
            <a:prstGeom prst="rect">
              <a:avLst/>
            </a:prstGeom>
          </p:spPr>
          <p:style>
            <a:lnRef idx="1">
              <a:schemeClr val="accent1">
                <a:hueOff val="0"/>
                <a:satOff val="0"/>
                <a:lumOff val="0"/>
                <a:alphaOff val="0"/>
              </a:schemeClr>
            </a:lnRef>
            <a:fillRef idx="1">
              <a:schemeClr val="lt1">
                <a:alpha val="40000"/>
                <a:hueOff val="0"/>
                <a:satOff val="0"/>
                <a:lumOff val="0"/>
                <a:alphaOff val="0"/>
              </a:schemeClr>
            </a:fillRef>
            <a:effectRef idx="0">
              <a:schemeClr val="lt1">
                <a:alpha val="40000"/>
                <a:hueOff val="0"/>
                <a:satOff val="0"/>
                <a:lumOff val="0"/>
                <a:alphaOff val="0"/>
              </a:schemeClr>
            </a:effectRef>
            <a:fontRef idx="minor">
              <a:schemeClr val="dk1">
                <a:hueOff val="0"/>
                <a:satOff val="0"/>
                <a:lumOff val="0"/>
                <a:alphaOff val="0"/>
              </a:schemeClr>
            </a:fontRef>
          </p:style>
        </p:sp>
        <p:sp>
          <p:nvSpPr>
            <p:cNvPr id="30" name="TextBox 29">
              <a:extLst>
                <a:ext uri="{FF2B5EF4-FFF2-40B4-BE49-F238E27FC236}">
                  <a16:creationId xmlns:a16="http://schemas.microsoft.com/office/drawing/2014/main" id="{8F432028-04D8-63DA-00A2-3BB98D0DA0C8}"/>
                </a:ext>
              </a:extLst>
            </p:cNvPr>
            <p:cNvSpPr txBox="1"/>
            <p:nvPr/>
          </p:nvSpPr>
          <p:spPr>
            <a:xfrm>
              <a:off x="165446" y="1068370"/>
              <a:ext cx="2695688" cy="74672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505785" tIns="80010" rIns="80010" bIns="80010" numCol="1" spcCol="1270" anchor="ctr" anchorCtr="0">
              <a:noAutofit/>
            </a:bodyPr>
            <a:lstStyle/>
            <a:p>
              <a:pPr marL="0" lvl="0" indent="0" algn="l" defTabSz="933450">
                <a:lnSpc>
                  <a:spcPct val="90000"/>
                </a:lnSpc>
                <a:spcBef>
                  <a:spcPct val="0"/>
                </a:spcBef>
                <a:spcAft>
                  <a:spcPct val="35000"/>
                </a:spcAft>
                <a:buNone/>
              </a:pPr>
              <a:r>
                <a:rPr lang="en-IN" sz="2100" b="1" kern="1200" dirty="0">
                  <a:highlight>
                    <a:srgbClr val="FFFF00"/>
                  </a:highlight>
                </a:rPr>
                <a:t>Team Member-2 Name</a:t>
              </a:r>
            </a:p>
          </p:txBody>
        </p:sp>
      </p:grpSp>
      <p:sp>
        <p:nvSpPr>
          <p:cNvPr id="31" name="TextBox 30"/>
          <p:cNvSpPr txBox="1"/>
          <p:nvPr/>
        </p:nvSpPr>
        <p:spPr>
          <a:xfrm>
            <a:off x="1097280" y="5504688"/>
            <a:ext cx="9994392" cy="777240"/>
          </a:xfrm>
          <a:prstGeom prst="rect">
            <a:avLst/>
          </a:prstGeom>
          <a:noFill/>
        </p:spPr>
        <p:txBody>
          <a:bodyPr wrap="square">
            <a:spAutoFit/>
          </a:bodyPr>
          <a:lstStyle/>
          <a:p>
            <a:pPr algn="ctr"/>
            <a:r>
              <a:rPr sz="2400" b="1">
                <a:solidFill>
                  <a:srgbClr val="1A1A1A"/>
                </a:solidFill>
              </a:rPr>
              <a:t>EcoDrive Intelligence</a:t>
            </a:r>
          </a:p>
          <a:p>
            <a:pPr algn="ctr"/>
            <a:r>
              <a:rPr sz="1200" b="1">
                <a:solidFill>
                  <a:srgbClr val="3DCD58"/>
                </a:solidFill>
              </a:rPr>
              <a:t>Smart PLC–HMI–VFD–Energy Management for Real-Time Industrial Energy Optimization</a:t>
            </a:r>
          </a:p>
        </p:txBody>
      </p:sp>
    </p:spTree>
    <p:extLst>
      <p:ext uri="{BB962C8B-B14F-4D97-AF65-F5344CB8AC3E}">
        <p14:creationId xmlns:p14="http://schemas.microsoft.com/office/powerpoint/2010/main" val="2284951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80A4652-5AA3-4757-AD0B-B9C715CE78F5}"/>
              </a:ext>
            </a:extLst>
          </p:cNvPr>
          <p:cNvSpPr>
            <a:spLocks noGrp="1"/>
          </p:cNvSpPr>
          <p:nvPr>
            <p:ph type="sldNum" sz="quarter" idx="4"/>
          </p:nvPr>
        </p:nvSpPr>
        <p:spPr/>
        <p:txBody>
          <a:bodyPr/>
          <a:lstStyle/>
          <a:p>
            <a:r>
              <a:rPr lang="en-US"/>
              <a:t>Page </a:t>
            </a:r>
            <a:fld id="{5A9C12DC-491F-9444-86A2-13AC5C62A2FC}" type="slidenum">
              <a:rPr lang="en-US" smtClean="0"/>
              <a:pPr/>
              <a:t>2</a:t>
            </a:fld>
            <a:endParaRPr lang="en-US"/>
          </a:p>
        </p:txBody>
      </p:sp>
      <p:sp>
        <p:nvSpPr>
          <p:cNvPr id="3" name="Footer Placeholder 2">
            <a:extLst>
              <a:ext uri="{FF2B5EF4-FFF2-40B4-BE49-F238E27FC236}">
                <a16:creationId xmlns:a16="http://schemas.microsoft.com/office/drawing/2014/main" id="{FEB24F52-7B19-26DC-BEAA-0C4C727F7FFB}"/>
              </a:ext>
            </a:extLst>
          </p:cNvPr>
          <p:cNvSpPr>
            <a:spLocks noGrp="1"/>
          </p:cNvSpPr>
          <p:nvPr>
            <p:ph type="ftr" sz="quarter" idx="3"/>
          </p:nvPr>
        </p:nvSpPr>
        <p:spPr/>
        <p:txBody>
          <a:bodyPr/>
          <a:lstStyle/>
          <a:p>
            <a:r>
              <a:rPr lang="en-US"/>
              <a:t>Confidential Property of Schneider Electric |</a:t>
            </a:r>
          </a:p>
        </p:txBody>
      </p:sp>
      <p:sp>
        <p:nvSpPr>
          <p:cNvPr id="5" name="Text Placeholder 4">
            <a:extLst>
              <a:ext uri="{FF2B5EF4-FFF2-40B4-BE49-F238E27FC236}">
                <a16:creationId xmlns:a16="http://schemas.microsoft.com/office/drawing/2014/main" id="{AA517EE9-3643-3FCC-E3F8-76BF93E0D8E0}"/>
              </a:ext>
            </a:extLst>
          </p:cNvPr>
          <p:cNvSpPr>
            <a:spLocks noGrp="1"/>
          </p:cNvSpPr>
          <p:nvPr>
            <p:ph type="body" sz="quarter" idx="32"/>
          </p:nvPr>
        </p:nvSpPr>
        <p:spPr/>
        <p:txBody>
          <a:bodyPr>
            <a:normAutofit/>
          </a:bodyPr>
          <a:lstStyle/>
          <a:p>
            <a:r>
              <a:rPr lang="en-IN" b="1" dirty="0"/>
              <a:t>Architecture / Approach</a:t>
            </a:r>
          </a:p>
        </p:txBody>
      </p:sp>
      <p:sp>
        <p:nvSpPr>
          <p:cNvPr id="6" name="Rectangle 5"/>
          <p:cNvSpPr/>
          <p:nvPr/>
        </p:nvSpPr>
        <p:spPr>
          <a:xfrm>
            <a:off x="274320" y="1298448"/>
            <a:ext cx="6995160" cy="749808"/>
          </a:xfrm>
          <a:prstGeom prst="rect">
            <a:avLst/>
          </a:prstGeom>
          <a:solidFill>
            <a:srgbClr val="E9ECEF"/>
          </a:solidFill>
          <a:ln w="12700">
            <a:solidFill>
              <a:srgbClr val="CED4D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a:solidFill>
                  <a:srgbClr val="1A1A1A"/>
                </a:solidFill>
              </a:rPr>
              <a:t/>
            </a:r>
          </a:p>
        </p:txBody>
      </p:sp>
      <p:sp>
        <p:nvSpPr>
          <p:cNvPr id="7" name="TextBox 6"/>
          <p:cNvSpPr txBox="1"/>
          <p:nvPr/>
        </p:nvSpPr>
        <p:spPr>
          <a:xfrm>
            <a:off x="347472" y="1335024"/>
            <a:ext cx="2011680" cy="228600"/>
          </a:xfrm>
          <a:prstGeom prst="rect">
            <a:avLst/>
          </a:prstGeom>
          <a:noFill/>
        </p:spPr>
        <p:txBody>
          <a:bodyPr wrap="none" lIns="0" tIns="0">
            <a:spAutoFit/>
          </a:bodyPr>
          <a:lstStyle/>
          <a:p>
            <a:r>
              <a:rPr sz="800" b="1">
                <a:solidFill>
                  <a:srgbClr val="4D4D4D"/>
                </a:solidFill>
              </a:rPr>
              <a:t>LAYER – CLOUD</a:t>
            </a:r>
          </a:p>
        </p:txBody>
      </p:sp>
      <p:sp>
        <p:nvSpPr>
          <p:cNvPr id="8" name="Rectangle 7"/>
          <p:cNvSpPr/>
          <p:nvPr/>
        </p:nvSpPr>
        <p:spPr>
          <a:xfrm>
            <a:off x="274320" y="2139696"/>
            <a:ext cx="6995160" cy="658368"/>
          </a:xfrm>
          <a:prstGeom prst="rect">
            <a:avLst/>
          </a:prstGeom>
          <a:solidFill>
            <a:srgbClr val="E9ECEF"/>
          </a:solidFill>
          <a:ln w="12700">
            <a:solidFill>
              <a:srgbClr val="CED4D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a:solidFill>
                  <a:srgbClr val="1A1A1A"/>
                </a:solidFill>
              </a:rPr>
              <a:t/>
            </a:r>
          </a:p>
        </p:txBody>
      </p:sp>
      <p:sp>
        <p:nvSpPr>
          <p:cNvPr id="9" name="TextBox 8"/>
          <p:cNvSpPr txBox="1"/>
          <p:nvPr/>
        </p:nvSpPr>
        <p:spPr>
          <a:xfrm>
            <a:off x="347472" y="2176272"/>
            <a:ext cx="2011680" cy="228600"/>
          </a:xfrm>
          <a:prstGeom prst="rect">
            <a:avLst/>
          </a:prstGeom>
          <a:noFill/>
        </p:spPr>
        <p:txBody>
          <a:bodyPr wrap="none" lIns="0" tIns="0">
            <a:spAutoFit/>
          </a:bodyPr>
          <a:lstStyle/>
          <a:p>
            <a:r>
              <a:rPr sz="800" b="1">
                <a:solidFill>
                  <a:srgbClr val="4D4D4D"/>
                </a:solidFill>
              </a:rPr>
              <a:t>LAYER – EDGE</a:t>
            </a:r>
          </a:p>
        </p:txBody>
      </p:sp>
      <p:sp>
        <p:nvSpPr>
          <p:cNvPr id="10" name="Rectangle 9"/>
          <p:cNvSpPr/>
          <p:nvPr/>
        </p:nvSpPr>
        <p:spPr>
          <a:xfrm>
            <a:off x="274320" y="2889504"/>
            <a:ext cx="6995160" cy="932688"/>
          </a:xfrm>
          <a:prstGeom prst="rect">
            <a:avLst/>
          </a:prstGeom>
          <a:solidFill>
            <a:srgbClr val="E9ECEF"/>
          </a:solidFill>
          <a:ln w="12700">
            <a:solidFill>
              <a:srgbClr val="CED4D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a:solidFill>
                  <a:srgbClr val="1A1A1A"/>
                </a:solidFill>
              </a:rPr>
              <a:t/>
            </a:r>
          </a:p>
        </p:txBody>
      </p:sp>
      <p:sp>
        <p:nvSpPr>
          <p:cNvPr id="11" name="TextBox 10"/>
          <p:cNvSpPr txBox="1"/>
          <p:nvPr/>
        </p:nvSpPr>
        <p:spPr>
          <a:xfrm>
            <a:off x="347472" y="2926080"/>
            <a:ext cx="2011680" cy="228600"/>
          </a:xfrm>
          <a:prstGeom prst="rect">
            <a:avLst/>
          </a:prstGeom>
          <a:noFill/>
        </p:spPr>
        <p:txBody>
          <a:bodyPr wrap="none" lIns="0" tIns="0">
            <a:spAutoFit/>
          </a:bodyPr>
          <a:lstStyle/>
          <a:p>
            <a:r>
              <a:rPr sz="800" b="1">
                <a:solidFill>
                  <a:srgbClr val="4D4D4D"/>
                </a:solidFill>
              </a:rPr>
              <a:t>LAYER – CONTROL</a:t>
            </a:r>
          </a:p>
        </p:txBody>
      </p:sp>
      <p:sp>
        <p:nvSpPr>
          <p:cNvPr id="12" name="Rectangle 11"/>
          <p:cNvSpPr/>
          <p:nvPr/>
        </p:nvSpPr>
        <p:spPr>
          <a:xfrm>
            <a:off x="274320" y="3913632"/>
            <a:ext cx="6995160" cy="1755648"/>
          </a:xfrm>
          <a:prstGeom prst="rect">
            <a:avLst/>
          </a:prstGeom>
          <a:solidFill>
            <a:srgbClr val="E9ECEF"/>
          </a:solidFill>
          <a:ln w="12700">
            <a:solidFill>
              <a:srgbClr val="CED4D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a:solidFill>
                  <a:srgbClr val="1A1A1A"/>
                </a:solidFill>
              </a:rPr>
              <a:t/>
            </a:r>
          </a:p>
        </p:txBody>
      </p:sp>
      <p:sp>
        <p:nvSpPr>
          <p:cNvPr id="13" name="TextBox 12"/>
          <p:cNvSpPr txBox="1"/>
          <p:nvPr/>
        </p:nvSpPr>
        <p:spPr>
          <a:xfrm>
            <a:off x="347472" y="3950208"/>
            <a:ext cx="2011680" cy="228600"/>
          </a:xfrm>
          <a:prstGeom prst="rect">
            <a:avLst/>
          </a:prstGeom>
          <a:noFill/>
        </p:spPr>
        <p:txBody>
          <a:bodyPr wrap="none" lIns="0" tIns="0">
            <a:spAutoFit/>
          </a:bodyPr>
          <a:lstStyle/>
          <a:p>
            <a:r>
              <a:rPr sz="800" b="1">
                <a:solidFill>
                  <a:srgbClr val="4D4D4D"/>
                </a:solidFill>
              </a:rPr>
              <a:t>LAYER – FIELD</a:t>
            </a:r>
          </a:p>
        </p:txBody>
      </p:sp>
      <p:sp>
        <p:nvSpPr>
          <p:cNvPr id="14" name="Rounded Rectangle 13"/>
          <p:cNvSpPr/>
          <p:nvPr/>
        </p:nvSpPr>
        <p:spPr>
          <a:xfrm>
            <a:off x="1920240" y="1463040"/>
            <a:ext cx="3566160" cy="457200"/>
          </a:xfrm>
          <a:prstGeom prst="roundRect">
            <a:avLst/>
          </a:prstGeom>
          <a:solidFill>
            <a:srgbClr val="FFFFFF"/>
          </a:solidFill>
          <a:ln w="19050">
            <a:solidFill>
              <a:srgbClr val="2B6CB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900" b="1">
                <a:solidFill>
                  <a:srgbClr val="1A1A1A"/>
                </a:solidFill>
              </a:rPr>
              <a:t>EcoStruxure Machine Advisor</a:t>
            </a:r>
          </a:p>
          <a:p>
            <a:pPr algn="ctr"/>
            <a:r>
              <a:rPr sz="900" b="1">
                <a:solidFill>
                  <a:srgbClr val="1A1A1A"/>
                </a:solidFill>
              </a:rPr>
              <a:t>Remote dashboards • OEE • alerts</a:t>
            </a:r>
          </a:p>
        </p:txBody>
      </p:sp>
      <p:sp>
        <p:nvSpPr>
          <p:cNvPr id="15" name="Rounded Rectangle 14"/>
          <p:cNvSpPr/>
          <p:nvPr/>
        </p:nvSpPr>
        <p:spPr>
          <a:xfrm>
            <a:off x="1920240" y="2267712"/>
            <a:ext cx="3566160" cy="420624"/>
          </a:xfrm>
          <a:prstGeom prst="roundRect">
            <a:avLst/>
          </a:prstGeom>
          <a:solidFill>
            <a:srgbClr val="FFFFFF"/>
          </a:solidFill>
          <a:ln w="19050">
            <a:solidFill>
              <a:srgbClr val="3DCD58"/>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900" b="1">
                <a:solidFill>
                  <a:srgbClr val="1A1A1A"/>
                </a:solidFill>
              </a:rPr>
              <a:t>Edge Gateway (Harmony IPC)</a:t>
            </a:r>
          </a:p>
          <a:p>
            <a:pPr algn="ctr"/>
            <a:r>
              <a:rPr sz="900" b="1">
                <a:solidFill>
                  <a:srgbClr val="1A1A1A"/>
                </a:solidFill>
              </a:rPr>
              <a:t>Local historian + analytics</a:t>
            </a:r>
          </a:p>
        </p:txBody>
      </p:sp>
      <p:sp>
        <p:nvSpPr>
          <p:cNvPr id="16" name="Rounded Rectangle 15"/>
          <p:cNvSpPr/>
          <p:nvPr/>
        </p:nvSpPr>
        <p:spPr>
          <a:xfrm>
            <a:off x="868680" y="3127248"/>
            <a:ext cx="2468880" cy="530352"/>
          </a:xfrm>
          <a:prstGeom prst="roundRect">
            <a:avLst/>
          </a:prstGeom>
          <a:solidFill>
            <a:srgbClr val="FFFFFF"/>
          </a:solidFill>
          <a:ln w="19050">
            <a:solidFill>
              <a:srgbClr val="3DCD58"/>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900" b="1">
                <a:solidFill>
                  <a:srgbClr val="1A1A1A"/>
                </a:solidFill>
              </a:rPr>
              <a:t>Modicon M241</a:t>
            </a:r>
          </a:p>
          <a:p>
            <a:pPr algn="ctr"/>
            <a:r>
              <a:rPr sz="900" b="1">
                <a:solidFill>
                  <a:srgbClr val="1A1A1A"/>
                </a:solidFill>
              </a:rPr>
              <a:t>PLC (IEC 61131-3)</a:t>
            </a:r>
          </a:p>
        </p:txBody>
      </p:sp>
      <p:sp>
        <p:nvSpPr>
          <p:cNvPr id="17" name="Rounded Rectangle 16"/>
          <p:cNvSpPr/>
          <p:nvPr/>
        </p:nvSpPr>
        <p:spPr>
          <a:xfrm>
            <a:off x="3703320" y="3127248"/>
            <a:ext cx="2286000" cy="530352"/>
          </a:xfrm>
          <a:prstGeom prst="roundRect">
            <a:avLst/>
          </a:prstGeom>
          <a:solidFill>
            <a:srgbClr val="FFFFFF"/>
          </a:solidFill>
          <a:ln w="19050">
            <a:solidFill>
              <a:srgbClr val="3DCD58"/>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900" b="1">
                <a:solidFill>
                  <a:srgbClr val="1A1A1A"/>
                </a:solidFill>
              </a:rPr>
              <a:t>Harmony GTU</a:t>
            </a:r>
          </a:p>
          <a:p>
            <a:pPr algn="ctr"/>
            <a:r>
              <a:rPr sz="900" b="1">
                <a:solidFill>
                  <a:srgbClr val="1A1A1A"/>
                </a:solidFill>
              </a:rPr>
              <a:t>HMI (ISA-101)</a:t>
            </a:r>
          </a:p>
        </p:txBody>
      </p:sp>
      <p:sp>
        <p:nvSpPr>
          <p:cNvPr id="18" name="Rounded Rectangle 17"/>
          <p:cNvSpPr/>
          <p:nvPr/>
        </p:nvSpPr>
        <p:spPr>
          <a:xfrm>
            <a:off x="457200" y="4828032"/>
            <a:ext cx="2103120" cy="658368"/>
          </a:xfrm>
          <a:prstGeom prst="roundRect">
            <a:avLst/>
          </a:prstGeom>
          <a:solidFill>
            <a:srgbClr val="FFFFFF"/>
          </a:solidFill>
          <a:ln w="19050">
            <a:solidFill>
              <a:srgbClr val="3DCD58"/>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850" b="1">
                <a:solidFill>
                  <a:srgbClr val="1A1A1A"/>
                </a:solidFill>
              </a:rPr>
              <a:t>Pressure / Flow /</a:t>
            </a:r>
          </a:p>
          <a:p>
            <a:pPr algn="ctr"/>
            <a:r>
              <a:rPr sz="850" b="1">
                <a:solidFill>
                  <a:srgbClr val="1A1A1A"/>
                </a:solidFill>
              </a:rPr>
              <a:t>Level Transmitters</a:t>
            </a:r>
          </a:p>
        </p:txBody>
      </p:sp>
      <p:sp>
        <p:nvSpPr>
          <p:cNvPr id="19" name="Rounded Rectangle 18"/>
          <p:cNvSpPr/>
          <p:nvPr/>
        </p:nvSpPr>
        <p:spPr>
          <a:xfrm>
            <a:off x="2743200" y="4828032"/>
            <a:ext cx="2103120" cy="658368"/>
          </a:xfrm>
          <a:prstGeom prst="roundRect">
            <a:avLst/>
          </a:prstGeom>
          <a:solidFill>
            <a:srgbClr val="FFFFFF"/>
          </a:solidFill>
          <a:ln w="19050">
            <a:solidFill>
              <a:srgbClr val="3DCD58"/>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850" b="1">
                <a:solidFill>
                  <a:srgbClr val="1A1A1A"/>
                </a:solidFill>
              </a:rPr>
              <a:t>ATV630 VFD</a:t>
            </a:r>
          </a:p>
          <a:p>
            <a:pPr algn="ctr"/>
            <a:r>
              <a:rPr sz="850" b="1">
                <a:solidFill>
                  <a:srgbClr val="1A1A1A"/>
                </a:solidFill>
              </a:rPr>
              <a:t>↔ Motor + Pump</a:t>
            </a:r>
          </a:p>
        </p:txBody>
      </p:sp>
      <p:sp>
        <p:nvSpPr>
          <p:cNvPr id="20" name="Rounded Rectangle 19"/>
          <p:cNvSpPr/>
          <p:nvPr/>
        </p:nvSpPr>
        <p:spPr>
          <a:xfrm>
            <a:off x="5029200" y="4828032"/>
            <a:ext cx="2103120" cy="658368"/>
          </a:xfrm>
          <a:prstGeom prst="roundRect">
            <a:avLst/>
          </a:prstGeom>
          <a:solidFill>
            <a:srgbClr val="FFFFFF"/>
          </a:solidFill>
          <a:ln w="19050">
            <a:solidFill>
              <a:srgbClr val="3DCD58"/>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850" b="1">
                <a:solidFill>
                  <a:srgbClr val="1A1A1A"/>
                </a:solidFill>
              </a:rPr>
              <a:t>PowerLogic PM5300</a:t>
            </a:r>
          </a:p>
          <a:p>
            <a:pPr algn="ctr"/>
            <a:r>
              <a:rPr sz="850" b="1">
                <a:solidFill>
                  <a:srgbClr val="1A1A1A"/>
                </a:solidFill>
              </a:rPr>
              <a:t>Energy Meter</a:t>
            </a:r>
          </a:p>
        </p:txBody>
      </p:sp>
      <p:cxnSp>
        <p:nvCxnSpPr>
          <p:cNvPr id="21" name="Connector 20"/>
          <p:cNvCxnSpPr/>
          <p:nvPr/>
        </p:nvCxnSpPr>
        <p:spPr>
          <a:xfrm flipV="1">
            <a:off x="1828800" y="3675887"/>
            <a:ext cx="274320" cy="1152145"/>
          </a:xfrm>
          <a:prstGeom prst="line">
            <a:avLst/>
          </a:prstGeom>
          <a:ln w="22225">
            <a:solidFill>
              <a:srgbClr val="4D4D4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143000" y="3657599"/>
            <a:ext cx="1645920" cy="201168"/>
          </a:xfrm>
          <a:prstGeom prst="rect">
            <a:avLst/>
          </a:prstGeom>
          <a:noFill/>
        </p:spPr>
        <p:txBody>
          <a:bodyPr wrap="none" lIns="0" tIns="0">
            <a:spAutoFit/>
          </a:bodyPr>
          <a:lstStyle/>
          <a:p>
            <a:pPr algn="ctr"/>
            <a:r>
              <a:rPr sz="800" b="1">
                <a:solidFill>
                  <a:srgbClr val="2B6CB0"/>
                </a:solidFill>
              </a:rPr>
              <a:t>Modbus TCP / 4–20 mA</a:t>
            </a:r>
          </a:p>
        </p:txBody>
      </p:sp>
      <p:cxnSp>
        <p:nvCxnSpPr>
          <p:cNvPr id="23" name="Connector 22"/>
          <p:cNvCxnSpPr/>
          <p:nvPr/>
        </p:nvCxnSpPr>
        <p:spPr>
          <a:xfrm flipV="1">
            <a:off x="3657600" y="2706624"/>
            <a:ext cx="0" cy="420624"/>
          </a:xfrm>
          <a:prstGeom prst="line">
            <a:avLst/>
          </a:prstGeom>
          <a:ln w="22225">
            <a:solidFill>
              <a:srgbClr val="4D4D4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2834640" y="2688336"/>
            <a:ext cx="1645920" cy="201168"/>
          </a:xfrm>
          <a:prstGeom prst="rect">
            <a:avLst/>
          </a:prstGeom>
          <a:noFill/>
        </p:spPr>
        <p:txBody>
          <a:bodyPr wrap="none" lIns="0" tIns="0">
            <a:spAutoFit/>
          </a:bodyPr>
          <a:lstStyle/>
          <a:p>
            <a:pPr algn="ctr"/>
            <a:r>
              <a:rPr sz="800" b="1">
                <a:solidFill>
                  <a:srgbClr val="2B6CB0"/>
                </a:solidFill>
              </a:rPr>
              <a:t>Modbus TCP</a:t>
            </a:r>
          </a:p>
        </p:txBody>
      </p:sp>
      <p:cxnSp>
        <p:nvCxnSpPr>
          <p:cNvPr id="25" name="Connector 24"/>
          <p:cNvCxnSpPr/>
          <p:nvPr/>
        </p:nvCxnSpPr>
        <p:spPr>
          <a:xfrm flipV="1">
            <a:off x="3657600" y="1938528"/>
            <a:ext cx="0" cy="329184"/>
          </a:xfrm>
          <a:prstGeom prst="line">
            <a:avLst/>
          </a:prstGeom>
          <a:ln w="22225">
            <a:solidFill>
              <a:srgbClr val="2B6CB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834640" y="1920240"/>
            <a:ext cx="1645920" cy="201168"/>
          </a:xfrm>
          <a:prstGeom prst="rect">
            <a:avLst/>
          </a:prstGeom>
          <a:noFill/>
        </p:spPr>
        <p:txBody>
          <a:bodyPr wrap="none" lIns="0" tIns="0">
            <a:spAutoFit/>
          </a:bodyPr>
          <a:lstStyle/>
          <a:p>
            <a:pPr algn="ctr"/>
            <a:r>
              <a:rPr sz="800" b="1">
                <a:solidFill>
                  <a:srgbClr val="2B6CB0"/>
                </a:solidFill>
              </a:rPr>
              <a:t>MQTT / TLS</a:t>
            </a:r>
          </a:p>
        </p:txBody>
      </p:sp>
      <p:cxnSp>
        <p:nvCxnSpPr>
          <p:cNvPr id="27" name="Connector 26"/>
          <p:cNvCxnSpPr/>
          <p:nvPr/>
        </p:nvCxnSpPr>
        <p:spPr>
          <a:xfrm>
            <a:off x="3337560" y="3392424"/>
            <a:ext cx="365760" cy="0"/>
          </a:xfrm>
          <a:prstGeom prst="line">
            <a:avLst/>
          </a:prstGeom>
          <a:ln w="22225">
            <a:solidFill>
              <a:srgbClr val="3DCD5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543800" y="1298448"/>
            <a:ext cx="2011680" cy="228600"/>
          </a:xfrm>
          <a:prstGeom prst="rect">
            <a:avLst/>
          </a:prstGeom>
          <a:noFill/>
        </p:spPr>
        <p:txBody>
          <a:bodyPr wrap="none" lIns="0" tIns="0">
            <a:spAutoFit/>
          </a:bodyPr>
          <a:lstStyle/>
          <a:p>
            <a:r>
              <a:rPr sz="1500" b="1">
                <a:solidFill>
                  <a:srgbClr val="1A1A1A"/>
                </a:solidFill>
              </a:rPr>
              <a:t>Approach</a:t>
            </a:r>
          </a:p>
        </p:txBody>
      </p:sp>
      <p:sp>
        <p:nvSpPr>
          <p:cNvPr id="29" name="Rectangle 28"/>
          <p:cNvSpPr/>
          <p:nvPr/>
        </p:nvSpPr>
        <p:spPr>
          <a:xfrm>
            <a:off x="7543800" y="1627632"/>
            <a:ext cx="914400" cy="32004"/>
          </a:xfrm>
          <a:prstGeom prst="rect">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43800" y="1783080"/>
            <a:ext cx="4434840" cy="3749039"/>
          </a:xfrm>
          <a:prstGeom prst="rect">
            <a:avLst/>
          </a:prstGeom>
          <a:noFill/>
        </p:spPr>
        <p:txBody>
          <a:bodyPr wrap="square">
            <a:spAutoFit/>
          </a:bodyPr>
          <a:lstStyle/>
          <a:p>
            <a:pPr>
              <a:spcAft>
                <a:spcPts val="1000"/>
              </a:spcAft>
            </a:pPr>
            <a:r>
              <a:rPr sz="1150" b="0">
                <a:solidFill>
                  <a:srgbClr val="4D4D4D"/>
                </a:solidFill>
              </a:rPr>
              <a:t>▶  Use case: friction-dominated water pumping station (30 kW).</a:t>
            </a:r>
          </a:p>
          <a:p>
            <a:pPr>
              <a:spcAft>
                <a:spcPts val="1000"/>
              </a:spcAft>
            </a:pPr>
            <a:r>
              <a:rPr sz="1150" b="0">
                <a:solidFill>
                  <a:srgbClr val="4D4D4D"/>
                </a:solidFill>
              </a:rPr>
              <a:t>▶  VFD speed control replaces valve throttling → cube-law savings (P ∝ N³).</a:t>
            </a:r>
          </a:p>
          <a:p>
            <a:pPr>
              <a:spcAft>
                <a:spcPts val="1000"/>
              </a:spcAft>
            </a:pPr>
            <a:r>
              <a:rPr sz="1150" b="0">
                <a:solidFill>
                  <a:srgbClr val="4D4D4D"/>
                </a:solidFill>
              </a:rPr>
              <a:t>▶  Savings calibrated to the real system curve (static vs. friction head).</a:t>
            </a:r>
          </a:p>
          <a:p>
            <a:pPr>
              <a:spcAft>
                <a:spcPts val="1000"/>
              </a:spcAft>
            </a:pPr>
            <a:r>
              <a:rPr sz="1150" b="0">
                <a:solidFill>
                  <a:srgbClr val="4D4D4D"/>
                </a:solidFill>
              </a:rPr>
              <a:t>▶  Closed loop: SENSE → CONTROL → VISUALIZE → ANALYZE → OPTIMIZE → ACT → LEARN.</a:t>
            </a:r>
          </a:p>
          <a:p>
            <a:pPr>
              <a:spcAft>
                <a:spcPts val="1000"/>
              </a:spcAft>
            </a:pPr>
            <a:r>
              <a:rPr sz="1150" b="0">
                <a:solidFill>
                  <a:srgbClr val="4D4D4D"/>
                </a:solidFill>
              </a:rPr>
              <a:t>▶  Modbus TCP common layer — native to all four Schneider devices.</a:t>
            </a:r>
          </a:p>
        </p:txBody>
      </p:sp>
      <p:sp>
        <p:nvSpPr>
          <p:cNvPr id="31" name="Rounded Rectangle 30"/>
          <p:cNvSpPr/>
          <p:nvPr/>
        </p:nvSpPr>
        <p:spPr>
          <a:xfrm>
            <a:off x="274320" y="5870448"/>
            <a:ext cx="2761488" cy="457200"/>
          </a:xfrm>
          <a:prstGeom prst="roundRect">
            <a:avLst/>
          </a:prstGeom>
          <a:solidFill>
            <a:srgbClr val="3DCD58"/>
          </a:solidFill>
          <a:ln w="19050">
            <a:solidFill>
              <a:srgbClr val="3DCD58"/>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150" b="1">
                <a:solidFill>
                  <a:srgbClr val="FFFFFF"/>
                </a:solidFill>
              </a:rPr>
              <a:t>~46%  Energy ↓</a:t>
            </a:r>
          </a:p>
        </p:txBody>
      </p:sp>
      <p:sp>
        <p:nvSpPr>
          <p:cNvPr id="32" name="Rounded Rectangle 31"/>
          <p:cNvSpPr/>
          <p:nvPr/>
        </p:nvSpPr>
        <p:spPr>
          <a:xfrm>
            <a:off x="3172968" y="5870448"/>
            <a:ext cx="2761488" cy="457200"/>
          </a:xfrm>
          <a:prstGeom prst="roundRect">
            <a:avLst/>
          </a:prstGeom>
          <a:solidFill>
            <a:srgbClr val="3DCD58"/>
          </a:solidFill>
          <a:ln w="19050">
            <a:solidFill>
              <a:srgbClr val="3DCD58"/>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150" b="1">
                <a:solidFill>
                  <a:srgbClr val="FFFFFF"/>
                </a:solidFill>
              </a:rPr>
              <a:t>SEC 0.58→0.31 kWh/m³</a:t>
            </a:r>
          </a:p>
        </p:txBody>
      </p:sp>
      <p:sp>
        <p:nvSpPr>
          <p:cNvPr id="33" name="Rounded Rectangle 32"/>
          <p:cNvSpPr/>
          <p:nvPr/>
        </p:nvSpPr>
        <p:spPr>
          <a:xfrm>
            <a:off x="6071616" y="5870448"/>
            <a:ext cx="2761488" cy="457200"/>
          </a:xfrm>
          <a:prstGeom prst="roundRect">
            <a:avLst/>
          </a:prstGeom>
          <a:solidFill>
            <a:srgbClr val="3DCD58"/>
          </a:solidFill>
          <a:ln w="19050">
            <a:solidFill>
              <a:srgbClr val="3DCD58"/>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150" b="1">
                <a:solidFill>
                  <a:srgbClr val="FFFFFF"/>
                </a:solidFill>
              </a:rPr>
              <a:t>₹4–6 L / year saved</a:t>
            </a:r>
          </a:p>
        </p:txBody>
      </p:sp>
      <p:sp>
        <p:nvSpPr>
          <p:cNvPr id="34" name="Rounded Rectangle 33"/>
          <p:cNvSpPr/>
          <p:nvPr/>
        </p:nvSpPr>
        <p:spPr>
          <a:xfrm>
            <a:off x="8970264" y="5870448"/>
            <a:ext cx="2761488" cy="457200"/>
          </a:xfrm>
          <a:prstGeom prst="roundRect">
            <a:avLst/>
          </a:prstGeom>
          <a:solidFill>
            <a:srgbClr val="3DCD58"/>
          </a:solidFill>
          <a:ln w="19050">
            <a:solidFill>
              <a:srgbClr val="3DCD58"/>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150" b="1">
                <a:solidFill>
                  <a:srgbClr val="FFFFFF"/>
                </a:solidFill>
              </a:rPr>
              <a:t>Payback &lt; 2 years</a:t>
            </a:r>
          </a:p>
        </p:txBody>
      </p:sp>
    </p:spTree>
    <p:extLst>
      <p:ext uri="{BB962C8B-B14F-4D97-AF65-F5344CB8AC3E}">
        <p14:creationId xmlns:p14="http://schemas.microsoft.com/office/powerpoint/2010/main" val="20537088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10998AD-B174-5B6E-5FD7-CA60B5B2FD0F}"/>
              </a:ext>
            </a:extLst>
          </p:cNvPr>
          <p:cNvSpPr>
            <a:spLocks noGrp="1"/>
          </p:cNvSpPr>
          <p:nvPr>
            <p:ph type="sldNum" sz="quarter" idx="4"/>
          </p:nvPr>
        </p:nvSpPr>
        <p:spPr/>
        <p:txBody>
          <a:bodyPr/>
          <a:lstStyle/>
          <a:p>
            <a:r>
              <a:rPr lang="en-US" dirty="0"/>
              <a:t>Page </a:t>
            </a:r>
            <a:fld id="{5A9C12DC-491F-9444-86A2-13AC5C62A2FC}" type="slidenum">
              <a:rPr lang="en-US" smtClean="0"/>
              <a:pPr/>
              <a:t>3</a:t>
            </a:fld>
            <a:endParaRPr lang="en-US" dirty="0"/>
          </a:p>
        </p:txBody>
      </p:sp>
      <p:sp>
        <p:nvSpPr>
          <p:cNvPr id="3" name="Footer Placeholder 2">
            <a:extLst>
              <a:ext uri="{FF2B5EF4-FFF2-40B4-BE49-F238E27FC236}">
                <a16:creationId xmlns:a16="http://schemas.microsoft.com/office/drawing/2014/main" id="{C743C77A-FFC7-5716-DB08-8D57C09061EB}"/>
              </a:ext>
            </a:extLst>
          </p:cNvPr>
          <p:cNvSpPr>
            <a:spLocks noGrp="1"/>
          </p:cNvSpPr>
          <p:nvPr>
            <p:ph type="ftr" sz="quarter" idx="3"/>
          </p:nvPr>
        </p:nvSpPr>
        <p:spPr/>
        <p:txBody>
          <a:bodyPr/>
          <a:lstStyle/>
          <a:p>
            <a:r>
              <a:rPr lang="en-US"/>
              <a:t>Confidential Property of Schneider Electric |</a:t>
            </a:r>
          </a:p>
        </p:txBody>
      </p:sp>
      <p:sp>
        <p:nvSpPr>
          <p:cNvPr id="5" name="Text Placeholder 4">
            <a:extLst>
              <a:ext uri="{FF2B5EF4-FFF2-40B4-BE49-F238E27FC236}">
                <a16:creationId xmlns:a16="http://schemas.microsoft.com/office/drawing/2014/main" id="{A2DBAE97-5777-238E-1E64-79A02EEED658}"/>
              </a:ext>
            </a:extLst>
          </p:cNvPr>
          <p:cNvSpPr>
            <a:spLocks noGrp="1"/>
          </p:cNvSpPr>
          <p:nvPr>
            <p:ph type="body" sz="quarter" idx="32"/>
          </p:nvPr>
        </p:nvSpPr>
        <p:spPr>
          <a:xfrm>
            <a:off x="166055" y="258682"/>
            <a:ext cx="11529483" cy="492443"/>
          </a:xfrm>
        </p:spPr>
        <p:txBody>
          <a:bodyPr vert="horz" lIns="0" tIns="0" rIns="0" bIns="0" rtlCol="0" anchor="t">
            <a:normAutofit/>
          </a:bodyPr>
          <a:lstStyle/>
          <a:p>
            <a:pPr marL="230505" indent="-208915"/>
            <a:r>
              <a:rPr lang="en-IN" b="1" dirty="0">
                <a:solidFill>
                  <a:srgbClr val="00B050"/>
                </a:solidFill>
              </a:rPr>
              <a:t>Overall Sequence flow </a:t>
            </a:r>
            <a:endParaRPr lang="en-US" b="1" dirty="0"/>
          </a:p>
        </p:txBody>
      </p:sp>
      <p:pic>
        <p:nvPicPr>
          <p:cNvPr id="6" name="Picture 5" descr="body_flow.png"/>
          <p:cNvPicPr>
            <a:picLocks noChangeAspect="1"/>
          </p:cNvPicPr>
          <p:nvPr/>
        </p:nvPicPr>
        <p:blipFill>
          <a:blip r:embed="rId2"/>
          <a:stretch>
            <a:fillRect/>
          </a:stretch>
        </p:blipFill>
        <p:spPr>
          <a:xfrm>
            <a:off x="256032" y="1802090"/>
            <a:ext cx="11676888" cy="4213939"/>
          </a:xfrm>
          <a:prstGeom prst="rect">
            <a:avLst/>
          </a:prstGeom>
        </p:spPr>
      </p:pic>
    </p:spTree>
    <p:extLst>
      <p:ext uri="{BB962C8B-B14F-4D97-AF65-F5344CB8AC3E}">
        <p14:creationId xmlns:p14="http://schemas.microsoft.com/office/powerpoint/2010/main" val="31966682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92A4D25-2F6A-795B-360D-617D82A59FF2}"/>
              </a:ext>
            </a:extLst>
          </p:cNvPr>
          <p:cNvSpPr>
            <a:spLocks noGrp="1"/>
          </p:cNvSpPr>
          <p:nvPr>
            <p:ph type="sldNum" sz="quarter" idx="4"/>
          </p:nvPr>
        </p:nvSpPr>
        <p:spPr/>
        <p:txBody>
          <a:bodyPr/>
          <a:lstStyle/>
          <a:p>
            <a:r>
              <a:rPr lang="en-US"/>
              <a:t>Page </a:t>
            </a:r>
            <a:fld id="{5A9C12DC-491F-9444-86A2-13AC5C62A2FC}" type="slidenum">
              <a:rPr lang="en-US" smtClean="0"/>
              <a:pPr/>
              <a:t>4</a:t>
            </a:fld>
            <a:endParaRPr lang="en-US"/>
          </a:p>
        </p:txBody>
      </p:sp>
      <p:sp>
        <p:nvSpPr>
          <p:cNvPr id="3" name="Footer Placeholder 2">
            <a:extLst>
              <a:ext uri="{FF2B5EF4-FFF2-40B4-BE49-F238E27FC236}">
                <a16:creationId xmlns:a16="http://schemas.microsoft.com/office/drawing/2014/main" id="{562A1158-E188-9385-749D-AF05AEFFE947}"/>
              </a:ext>
            </a:extLst>
          </p:cNvPr>
          <p:cNvSpPr>
            <a:spLocks noGrp="1"/>
          </p:cNvSpPr>
          <p:nvPr>
            <p:ph type="ftr" sz="quarter" idx="3"/>
          </p:nvPr>
        </p:nvSpPr>
        <p:spPr/>
        <p:txBody>
          <a:bodyPr/>
          <a:lstStyle/>
          <a:p>
            <a:r>
              <a:rPr lang="en-US"/>
              <a:t>Confidential Property of Schneider Electric |</a:t>
            </a:r>
          </a:p>
        </p:txBody>
      </p:sp>
      <p:sp>
        <p:nvSpPr>
          <p:cNvPr id="4" name="Content Placeholder 3">
            <a:extLst>
              <a:ext uri="{FF2B5EF4-FFF2-40B4-BE49-F238E27FC236}">
                <a16:creationId xmlns:a16="http://schemas.microsoft.com/office/drawing/2014/main" id="{7C234D28-5441-F8BC-2EB1-197BED4B65F2}"/>
              </a:ext>
            </a:extLst>
          </p:cNvPr>
          <p:cNvSpPr>
            <a:spLocks noGrp="1"/>
          </p:cNvSpPr>
          <p:nvPr>
            <p:ph sz="quarter" idx="31"/>
          </p:nvPr>
        </p:nvSpPr>
        <p:spPr/>
        <p:txBody>
          <a:bodyPr/>
          <a:lstStyle/>
          <a:p>
            <a:endParaRPr lang="en-IN" dirty="0"/>
          </a:p>
        </p:txBody>
      </p:sp>
      <p:sp>
        <p:nvSpPr>
          <p:cNvPr id="5" name="Text Placeholder 4">
            <a:extLst>
              <a:ext uri="{FF2B5EF4-FFF2-40B4-BE49-F238E27FC236}">
                <a16:creationId xmlns:a16="http://schemas.microsoft.com/office/drawing/2014/main" id="{16C7F4A9-72D0-32CD-853A-634A17D455C7}"/>
              </a:ext>
            </a:extLst>
          </p:cNvPr>
          <p:cNvSpPr>
            <a:spLocks noGrp="1"/>
          </p:cNvSpPr>
          <p:nvPr>
            <p:ph type="body" sz="quarter" idx="32"/>
          </p:nvPr>
        </p:nvSpPr>
        <p:spPr>
          <a:xfrm>
            <a:off x="336551" y="306916"/>
            <a:ext cx="11529483" cy="931575"/>
          </a:xfrm>
        </p:spPr>
        <p:txBody>
          <a:bodyPr/>
          <a:lstStyle/>
          <a:p>
            <a:r>
              <a:rPr lang="en-IN" b="1" dirty="0"/>
              <a:t>Tools used</a:t>
            </a:r>
          </a:p>
        </p:txBody>
      </p:sp>
      <p:pic>
        <p:nvPicPr>
          <p:cNvPr id="6" name="Picture 5" descr="body_tools.png"/>
          <p:cNvPicPr>
            <a:picLocks noChangeAspect="1"/>
          </p:cNvPicPr>
          <p:nvPr/>
        </p:nvPicPr>
        <p:blipFill>
          <a:blip r:embed="rId2"/>
          <a:stretch>
            <a:fillRect/>
          </a:stretch>
        </p:blipFill>
        <p:spPr>
          <a:xfrm>
            <a:off x="256032" y="1499767"/>
            <a:ext cx="11676888" cy="4818584"/>
          </a:xfrm>
          <a:prstGeom prst="rect">
            <a:avLst/>
          </a:prstGeom>
        </p:spPr>
      </p:pic>
    </p:spTree>
    <p:extLst>
      <p:ext uri="{BB962C8B-B14F-4D97-AF65-F5344CB8AC3E}">
        <p14:creationId xmlns:p14="http://schemas.microsoft.com/office/powerpoint/2010/main" val="13985442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Schneider Text Slides">
  <a:themeElements>
    <a:clrScheme name="SE Life Green MS Office">
      <a:dk1>
        <a:sysClr val="windowText" lastClr="000000"/>
      </a:dk1>
      <a:lt1>
        <a:sysClr val="window" lastClr="FFFFFF"/>
      </a:lt1>
      <a:dk2>
        <a:srgbClr val="3DCD58"/>
      </a:dk2>
      <a:lt2>
        <a:srgbClr val="3DCD58"/>
      </a:lt2>
      <a:accent1>
        <a:srgbClr val="626469"/>
      </a:accent1>
      <a:accent2>
        <a:srgbClr val="9FA0A4"/>
      </a:accent2>
      <a:accent3>
        <a:srgbClr val="FFD100"/>
      </a:accent3>
      <a:accent4>
        <a:srgbClr val="E47F00"/>
      </a:accent4>
      <a:accent5>
        <a:srgbClr val="B10043"/>
      </a:accent5>
      <a:accent6>
        <a:srgbClr val="42B4E6"/>
      </a:accent6>
      <a:hlink>
        <a:srgbClr val="B10043"/>
      </a:hlink>
      <a:folHlink>
        <a:srgbClr val="42B4E6"/>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ap="rnd">
          <a:solidFill>
            <a:srgbClr val="4F5156"/>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 id="{12DB85F0-FD31-4014-ADE7-5D50F5430AF1}" vid="{687F2876-66E1-4AC2-B9A4-0A292F3B4DF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AD84D1BB90BAD42B13CEB0F89009F60" ma:contentTypeVersion="12" ma:contentTypeDescription="Create a new document." ma:contentTypeScope="" ma:versionID="4675cae3302435ea205a2cd91ad440f4">
  <xsd:schema xmlns:xsd="http://www.w3.org/2001/XMLSchema" xmlns:xs="http://www.w3.org/2001/XMLSchema" xmlns:p="http://schemas.microsoft.com/office/2006/metadata/properties" xmlns:ns2="81648698-ddfd-4ad6-ae9c-25463e00908e" xmlns:ns3="a116e0cb-66d6-41b6-b858-b6853cc29e4f" targetNamespace="http://schemas.microsoft.com/office/2006/metadata/properties" ma:root="true" ma:fieldsID="d9c80b502104d3e6fbcd9db39a2c1e15" ns2:_="" ns3:_="">
    <xsd:import namespace="81648698-ddfd-4ad6-ae9c-25463e00908e"/>
    <xsd:import namespace="a116e0cb-66d6-41b6-b858-b6853cc29e4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648698-ddfd-4ad6-ae9c-25463e0090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e3e82df8-f6af-445d-9b0b-5c4dfc7c59a2"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116e0cb-66d6-41b6-b858-b6853cc29e4f"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d4815b16-d092-46d3-9c28-9d31f1e9691a}" ma:internalName="TaxCatchAll" ma:showField="CatchAllData" ma:web="a116e0cb-66d6-41b6-b858-b6853cc29e4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a116e0cb-66d6-41b6-b858-b6853cc29e4f" xsi:nil="true"/>
    <lcf76f155ced4ddcb4097134ff3c332f xmlns="81648698-ddfd-4ad6-ae9c-25463e00908e">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42ACF976-0233-4F67-A66B-1A25C65D6C01}">
  <ds:schemaRefs>
    <ds:schemaRef ds:uri="81648698-ddfd-4ad6-ae9c-25463e00908e"/>
    <ds:schemaRef ds:uri="a116e0cb-66d6-41b6-b858-b6853cc29e4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BAF2F8C-0241-4700-B996-AA1CBD963CCB}">
  <ds:schemaRefs>
    <ds:schemaRef ds:uri="http://schemas.microsoft.com/sharepoint/v3/contenttype/forms"/>
  </ds:schemaRefs>
</ds:datastoreItem>
</file>

<file path=customXml/itemProps3.xml><?xml version="1.0" encoding="utf-8"?>
<ds:datastoreItem xmlns:ds="http://schemas.openxmlformats.org/officeDocument/2006/customXml" ds:itemID="{E552C620-1DC7-4F5E-8C02-8CDCF1D2BDC4}">
  <ds:schemaRefs>
    <ds:schemaRef ds:uri="http://www.w3.org/XML/1998/namespace"/>
    <ds:schemaRef ds:uri="81648698-ddfd-4ad6-ae9c-25463e00908e"/>
    <ds:schemaRef ds:uri="a116e0cb-66d6-41b6-b858-b6853cc29e4f"/>
    <ds:schemaRef ds:uri="http://schemas.microsoft.com/office/infopath/2007/PartnerControls"/>
    <ds:schemaRef ds:uri="http://purl.org/dc/dcmitype/"/>
    <ds:schemaRef ds:uri="http://schemas.microsoft.com/office/2006/documentManagement/types"/>
    <ds:schemaRef ds:uri="http://purl.org/dc/elements/1.1/"/>
    <ds:schemaRef ds:uri="http://purl.org/dc/terms/"/>
    <ds:schemaRef ds:uri="http://schemas.openxmlformats.org/package/2006/metadata/core-properties"/>
    <ds:schemaRef ds:uri="http://schemas.microsoft.com/office/2006/metadata/properties"/>
  </ds:schemaRefs>
</ds:datastoreItem>
</file>

<file path=docMetadata/LabelInfo.xml><?xml version="1.0" encoding="utf-8"?>
<clbl:labelList xmlns:clbl="http://schemas.microsoft.com/office/2020/mipLabelMetadata">
  <clbl:label id="{23f93e5f-d3c2-49a7-ba94-15405423c204}" enabled="1" method="Standard" siteId="{6e51e1ad-c54b-4b39-b598-0ffe9ae68fef}" removed="0"/>
</clbl:labelList>
</file>

<file path=docProps/app.xml><?xml version="1.0" encoding="utf-8"?>
<Properties xmlns="http://schemas.openxmlformats.org/officeDocument/2006/extended-properties" xmlns:vt="http://schemas.openxmlformats.org/officeDocument/2006/docPropsVTypes">
  <TotalTime>345</TotalTime>
  <Words>52</Words>
  <Application>Microsoft Office PowerPoint</Application>
  <PresentationFormat>Widescreen</PresentationFormat>
  <Paragraphs>15</Paragraphs>
  <Slides>4</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vt:i4>
      </vt:variant>
    </vt:vector>
  </HeadingPairs>
  <TitlesOfParts>
    <vt:vector size="11" baseType="lpstr">
      <vt:lpstr>Arial</vt:lpstr>
      <vt:lpstr>Calibri</vt:lpstr>
      <vt:lpstr>Calibri Light</vt:lpstr>
      <vt:lpstr>Cambria</vt:lpstr>
      <vt:lpstr>Lucida Grande</vt:lpstr>
      <vt:lpstr>Office Theme</vt:lpstr>
      <vt:lpstr>1_Schneider Text Slides</vt:lpstr>
      <vt:lpstr>University Hackathon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Arun Kumar Kalap</dc:creator>
  <cp:lastModifiedBy>Joselin kumar</cp:lastModifiedBy>
  <cp:revision>25</cp:revision>
  <dcterms:created xsi:type="dcterms:W3CDTF">2023-06-23T07:20:42Z</dcterms:created>
  <dcterms:modified xsi:type="dcterms:W3CDTF">2026-08-30T12:46:41Z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3f93e5f-d3c2-49a7-ba94-15405423c204_Enabled">
    <vt:lpwstr>true</vt:lpwstr>
  </property>
  <property fmtid="{D5CDD505-2E9C-101B-9397-08002B2CF9AE}" pid="3" name="MSIP_Label_23f93e5f-d3c2-49a7-ba94-15405423c204_SetDate">
    <vt:lpwstr>2023-07-17T10:10:28Z</vt:lpwstr>
  </property>
  <property fmtid="{D5CDD505-2E9C-101B-9397-08002B2CF9AE}" pid="4" name="MSIP_Label_23f93e5f-d3c2-49a7-ba94-15405423c204_Method">
    <vt:lpwstr>Standard</vt:lpwstr>
  </property>
  <property fmtid="{D5CDD505-2E9C-101B-9397-08002B2CF9AE}" pid="5" name="MSIP_Label_23f93e5f-d3c2-49a7-ba94-15405423c204_Name">
    <vt:lpwstr>SE Internal</vt:lpwstr>
  </property>
  <property fmtid="{D5CDD505-2E9C-101B-9397-08002B2CF9AE}" pid="6" name="MSIP_Label_23f93e5f-d3c2-49a7-ba94-15405423c204_SiteId">
    <vt:lpwstr>6e51e1ad-c54b-4b39-b598-0ffe9ae68fef</vt:lpwstr>
  </property>
  <property fmtid="{D5CDD505-2E9C-101B-9397-08002B2CF9AE}" pid="7" name="MSIP_Label_23f93e5f-d3c2-49a7-ba94-15405423c204_ActionId">
    <vt:lpwstr>40ae2229-4789-4747-9742-633e035b4d79</vt:lpwstr>
  </property>
  <property fmtid="{D5CDD505-2E9C-101B-9397-08002B2CF9AE}" pid="8" name="MSIP_Label_23f93e5f-d3c2-49a7-ba94-15405423c204_ContentBits">
    <vt:lpwstr>2</vt:lpwstr>
  </property>
  <property fmtid="{D5CDD505-2E9C-101B-9397-08002B2CF9AE}" pid="9" name="ContentTypeId">
    <vt:lpwstr>0x0101003AD84D1BB90BAD42B13CEB0F89009F60</vt:lpwstr>
  </property>
  <property fmtid="{D5CDD505-2E9C-101B-9397-08002B2CF9AE}" pid="10" name="MediaServiceImageTags">
    <vt:lpwstr/>
  </property>
</Properties>
</file>